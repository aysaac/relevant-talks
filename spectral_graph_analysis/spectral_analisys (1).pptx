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2" r:id="rId4"/>
    <p:sldMasterId id="2147484012" r:id="rId5"/>
    <p:sldMasterId id="2147484078" r:id="rId6"/>
    <p:sldMasterId id="2147484096" r:id="rId7"/>
    <p:sldMasterId id="2147484099" r:id="rId8"/>
    <p:sldMasterId id="2147484057" r:id="rId9"/>
    <p:sldMasterId id="2147484091" r:id="rId10"/>
  </p:sldMasterIdLst>
  <p:notesMasterIdLst>
    <p:notesMasterId r:id="rId37"/>
  </p:notesMasterIdLst>
  <p:handoutMasterIdLst>
    <p:handoutMasterId r:id="rId38"/>
  </p:handoutMasterIdLst>
  <p:sldIdLst>
    <p:sldId id="256" r:id="rId11"/>
    <p:sldId id="262" r:id="rId12"/>
    <p:sldId id="257" r:id="rId13"/>
    <p:sldId id="258" r:id="rId14"/>
    <p:sldId id="268" r:id="rId15"/>
    <p:sldId id="272" r:id="rId16"/>
    <p:sldId id="276" r:id="rId17"/>
    <p:sldId id="278" r:id="rId18"/>
    <p:sldId id="273" r:id="rId19"/>
    <p:sldId id="277" r:id="rId20"/>
    <p:sldId id="282" r:id="rId21"/>
    <p:sldId id="283" r:id="rId22"/>
    <p:sldId id="279" r:id="rId23"/>
    <p:sldId id="280" r:id="rId24"/>
    <p:sldId id="281" r:id="rId25"/>
    <p:sldId id="274" r:id="rId26"/>
    <p:sldId id="284" r:id="rId27"/>
    <p:sldId id="287" r:id="rId28"/>
    <p:sldId id="285" r:id="rId29"/>
    <p:sldId id="288" r:id="rId30"/>
    <p:sldId id="267" r:id="rId31"/>
    <p:sldId id="265" r:id="rId32"/>
    <p:sldId id="266" r:id="rId33"/>
    <p:sldId id="270" r:id="rId34"/>
    <p:sldId id="271" r:id="rId35"/>
    <p:sldId id="269" r:id="rId36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issa Prusher" initials="MP" lastIdx="2" clrIdx="0">
    <p:extLst>
      <p:ext uri="{19B8F6BF-5375-455C-9EA6-DF929625EA0E}">
        <p15:presenceInfo xmlns:p15="http://schemas.microsoft.com/office/powerpoint/2012/main" userId="S::melissa.prusher@avaap.com::070c6267-8f48-4ef8-9835-891acb428c46" providerId="AD"/>
      </p:ext>
    </p:extLst>
  </p:cmAuthor>
  <p:cmAuthor id="2" name="Steven Knurr" initials="SK" lastIdx="3" clrIdx="1">
    <p:extLst>
      <p:ext uri="{19B8F6BF-5375-455C-9EA6-DF929625EA0E}">
        <p15:presenceInfo xmlns:p15="http://schemas.microsoft.com/office/powerpoint/2012/main" userId="S::steven.knurr@avaap.com::543b9a02-f127-48e8-99c9-3c34ab347cbe" providerId="AD"/>
      </p:ext>
    </p:extLst>
  </p:cmAuthor>
  <p:cmAuthor id="3" name="Brett Weiss" initials="BW" lastIdx="1" clrIdx="2">
    <p:extLst>
      <p:ext uri="{19B8F6BF-5375-455C-9EA6-DF929625EA0E}">
        <p15:presenceInfo xmlns:p15="http://schemas.microsoft.com/office/powerpoint/2012/main" userId="S::brett.weiss@avaap.com::87286efe-91d1-4586-a788-408fbb9dd3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F2D"/>
    <a:srgbClr val="E7792B"/>
    <a:srgbClr val="A5EBE1"/>
    <a:srgbClr val="D2DDE8"/>
    <a:srgbClr val="F7C85E"/>
    <a:srgbClr val="9FE2D8"/>
    <a:srgbClr val="89DBCF"/>
    <a:srgbClr val="7D94A6"/>
    <a:srgbClr val="808083"/>
    <a:srgbClr val="F9E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281B1-E156-40C6-AD00-6E12C90FB9EC}" v="2" dt="2024-11-15T22:49:43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626" y="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commentAuthors" Target="commentAuthors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0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ystian Carranco" userId="S::ccarranco@apexsystems.com::7b311d64-419a-4b9e-b268-b6ab0f817fff" providerId="AD" clId="Web-{AA270CAC-BE94-4FA8-8659-6C912DC3F194}"/>
    <pc:docChg chg="modSld">
      <pc:chgData name="Crystian Carranco" userId="S::ccarranco@apexsystems.com::7b311d64-419a-4b9e-b268-b6ab0f817fff" providerId="AD" clId="Web-{AA270CAC-BE94-4FA8-8659-6C912DC3F194}" dt="2023-09-02T01:09:45.264" v="14" actId="1076"/>
      <pc:docMkLst>
        <pc:docMk/>
      </pc:docMkLst>
      <pc:sldChg chg="modSp">
        <pc:chgData name="Crystian Carranco" userId="S::ccarranco@apexsystems.com::7b311d64-419a-4b9e-b268-b6ab0f817fff" providerId="AD" clId="Web-{AA270CAC-BE94-4FA8-8659-6C912DC3F194}" dt="2023-09-02T01:09:45.264" v="14" actId="1076"/>
        <pc:sldMkLst>
          <pc:docMk/>
          <pc:sldMk cId="4238320784" sldId="262"/>
        </pc:sldMkLst>
        <pc:spChg chg="mod">
          <ac:chgData name="Crystian Carranco" userId="S::ccarranco@apexsystems.com::7b311d64-419a-4b9e-b268-b6ab0f817fff" providerId="AD" clId="Web-{AA270CAC-BE94-4FA8-8659-6C912DC3F194}" dt="2023-09-02T01:09:45.264" v="14" actId="1076"/>
          <ac:spMkLst>
            <pc:docMk/>
            <pc:sldMk cId="4238320784" sldId="262"/>
            <ac:spMk id="4" creationId="{0E80E296-D1A0-EE0C-2E66-E7260C50F9DA}"/>
          </ac:spMkLst>
        </pc:spChg>
        <pc:spChg chg="mod">
          <ac:chgData name="Crystian Carranco" userId="S::ccarranco@apexsystems.com::7b311d64-419a-4b9e-b268-b6ab0f817fff" providerId="AD" clId="Web-{AA270CAC-BE94-4FA8-8659-6C912DC3F194}" dt="2023-09-02T01:09:45.264" v="13" actId="1076"/>
          <ac:spMkLst>
            <pc:docMk/>
            <pc:sldMk cId="4238320784" sldId="262"/>
            <ac:spMk id="5" creationId="{7B71E46A-AEA1-21F7-9D14-870CF6C27120}"/>
          </ac:spMkLst>
        </pc:spChg>
        <pc:spChg chg="mod">
          <ac:chgData name="Crystian Carranco" userId="S::ccarranco@apexsystems.com::7b311d64-419a-4b9e-b268-b6ab0f817fff" providerId="AD" clId="Web-{AA270CAC-BE94-4FA8-8659-6C912DC3F194}" dt="2023-09-02T01:09:45.264" v="12" actId="1076"/>
          <ac:spMkLst>
            <pc:docMk/>
            <pc:sldMk cId="4238320784" sldId="262"/>
            <ac:spMk id="8" creationId="{7805531E-C96D-C01B-7BE7-5502D907E51F}"/>
          </ac:spMkLst>
        </pc:spChg>
        <pc:spChg chg="mod">
          <ac:chgData name="Crystian Carranco" userId="S::ccarranco@apexsystems.com::7b311d64-419a-4b9e-b268-b6ab0f817fff" providerId="AD" clId="Web-{AA270CAC-BE94-4FA8-8659-6C912DC3F194}" dt="2023-09-02T01:09:45.264" v="11" actId="1076"/>
          <ac:spMkLst>
            <pc:docMk/>
            <pc:sldMk cId="4238320784" sldId="262"/>
            <ac:spMk id="9" creationId="{88559124-589A-C73D-4B82-C986B15BEB0F}"/>
          </ac:spMkLst>
        </pc:spChg>
      </pc:sldChg>
      <pc:sldChg chg="modSp">
        <pc:chgData name="Crystian Carranco" userId="S::ccarranco@apexsystems.com::7b311d64-419a-4b9e-b268-b6ab0f817fff" providerId="AD" clId="Web-{AA270CAC-BE94-4FA8-8659-6C912DC3F194}" dt="2023-09-02T01:08:02.459" v="0" actId="1076"/>
        <pc:sldMkLst>
          <pc:docMk/>
          <pc:sldMk cId="350164762" sldId="267"/>
        </pc:sldMkLst>
        <pc:picChg chg="mod">
          <ac:chgData name="Crystian Carranco" userId="S::ccarranco@apexsystems.com::7b311d64-419a-4b9e-b268-b6ab0f817fff" providerId="AD" clId="Web-{AA270CAC-BE94-4FA8-8659-6C912DC3F194}" dt="2023-09-02T01:08:02.459" v="0" actId="1076"/>
          <ac:picMkLst>
            <pc:docMk/>
            <pc:sldMk cId="350164762" sldId="267"/>
            <ac:picMk id="2050" creationId="{6F075466-2DD3-2F77-B32B-D38FFADAD3ED}"/>
          </ac:picMkLst>
        </pc:picChg>
      </pc:sldChg>
    </pc:docChg>
  </pc:docChgLst>
  <pc:docChgLst>
    <pc:chgData name="Crystian Carranco" userId="S::ccarranco@apexsystems.com::7b311d64-419a-4b9e-b268-b6ab0f817fff" providerId="AD" clId="Web-{472281B1-E156-40C6-AD00-6E12C90FB9EC}"/>
    <pc:docChg chg="modSld">
      <pc:chgData name="Crystian Carranco" userId="S::ccarranco@apexsystems.com::7b311d64-419a-4b9e-b268-b6ab0f817fff" providerId="AD" clId="Web-{472281B1-E156-40C6-AD00-6E12C90FB9EC}" dt="2024-11-15T22:49:43.735" v="1"/>
      <pc:docMkLst>
        <pc:docMk/>
      </pc:docMkLst>
      <pc:sldChg chg="addSp modSp mod modClrScheme chgLayout">
        <pc:chgData name="Crystian Carranco" userId="S::ccarranco@apexsystems.com::7b311d64-419a-4b9e-b268-b6ab0f817fff" providerId="AD" clId="Web-{472281B1-E156-40C6-AD00-6E12C90FB9EC}" dt="2024-11-15T22:49:43.735" v="1"/>
        <pc:sldMkLst>
          <pc:docMk/>
          <pc:sldMk cId="1319805102" sldId="265"/>
        </pc:sldMkLst>
        <pc:spChg chg="mod ord">
          <ac:chgData name="Crystian Carranco" userId="S::ccarranco@apexsystems.com::7b311d64-419a-4b9e-b268-b6ab0f817fff" providerId="AD" clId="Web-{472281B1-E156-40C6-AD00-6E12C90FB9EC}" dt="2024-11-15T22:49:43.735" v="1"/>
          <ac:spMkLst>
            <pc:docMk/>
            <pc:sldMk cId="1319805102" sldId="265"/>
            <ac:spMk id="2" creationId="{7F3A5998-032B-4549-BDC0-BAC29CAFB8E6}"/>
          </ac:spMkLst>
        </pc:spChg>
        <pc:spChg chg="add mod ord">
          <ac:chgData name="Crystian Carranco" userId="S::ccarranco@apexsystems.com::7b311d64-419a-4b9e-b268-b6ab0f817fff" providerId="AD" clId="Web-{472281B1-E156-40C6-AD00-6E12C90FB9EC}" dt="2024-11-15T22:49:43.735" v="1"/>
          <ac:spMkLst>
            <pc:docMk/>
            <pc:sldMk cId="1319805102" sldId="265"/>
            <ac:spMk id="3" creationId="{2EFF2A13-50E6-DACE-281E-8C71AFADAE1C}"/>
          </ac:spMkLst>
        </pc:spChg>
      </pc:sldChg>
      <pc:sldChg chg="addSp modSp mod modClrScheme chgLayout">
        <pc:chgData name="Crystian Carranco" userId="S::ccarranco@apexsystems.com::7b311d64-419a-4b9e-b268-b6ab0f817fff" providerId="AD" clId="Web-{472281B1-E156-40C6-AD00-6E12C90FB9EC}" dt="2024-11-15T22:49:23.656" v="0"/>
        <pc:sldMkLst>
          <pc:docMk/>
          <pc:sldMk cId="2737045787" sldId="270"/>
        </pc:sldMkLst>
        <pc:spChg chg="mod ord">
          <ac:chgData name="Crystian Carranco" userId="S::ccarranco@apexsystems.com::7b311d64-419a-4b9e-b268-b6ab0f817fff" providerId="AD" clId="Web-{472281B1-E156-40C6-AD00-6E12C90FB9EC}" dt="2024-11-15T22:49:23.656" v="0"/>
          <ac:spMkLst>
            <pc:docMk/>
            <pc:sldMk cId="2737045787" sldId="270"/>
            <ac:spMk id="2" creationId="{7F3A5998-032B-4549-BDC0-BAC29CAFB8E6}"/>
          </ac:spMkLst>
        </pc:spChg>
        <pc:spChg chg="add mod ord">
          <ac:chgData name="Crystian Carranco" userId="S::ccarranco@apexsystems.com::7b311d64-419a-4b9e-b268-b6ab0f817fff" providerId="AD" clId="Web-{472281B1-E156-40C6-AD00-6E12C90FB9EC}" dt="2024-11-15T22:49:23.656" v="0"/>
          <ac:spMkLst>
            <pc:docMk/>
            <pc:sldMk cId="2737045787" sldId="270"/>
            <ac:spMk id="3" creationId="{AFF6F868-31B4-DAE2-1FB3-942B0B0B49F2}"/>
          </ac:spMkLst>
        </pc:spChg>
      </pc:sldChg>
    </pc:docChg>
  </pc:docChgLst>
  <pc:docChgLst>
    <pc:chgData name="Crystian Carranco" userId="S::ccarranco@apexsystems.com::7b311d64-419a-4b9e-b268-b6ab0f817fff" providerId="AD" clId="Web-{9C915870-5AE9-43E9-A610-10A394BF6686}"/>
    <pc:docChg chg="addSld modSld sldOrd">
      <pc:chgData name="Crystian Carranco" userId="S::ccarranco@apexsystems.com::7b311d64-419a-4b9e-b268-b6ab0f817fff" providerId="AD" clId="Web-{9C915870-5AE9-43E9-A610-10A394BF6686}" dt="2024-10-28T17:58:06.251" v="8" actId="14100"/>
      <pc:docMkLst>
        <pc:docMk/>
      </pc:docMkLst>
      <pc:sldChg chg="modSp">
        <pc:chgData name="Crystian Carranco" userId="S::ccarranco@apexsystems.com::7b311d64-419a-4b9e-b268-b6ab0f817fff" providerId="AD" clId="Web-{9C915870-5AE9-43E9-A610-10A394BF6686}" dt="2024-10-28T17:56:29.044" v="0"/>
        <pc:sldMkLst>
          <pc:docMk/>
          <pc:sldMk cId="1231161578" sldId="260"/>
        </pc:sldMkLst>
        <pc:spChg chg="mod">
          <ac:chgData name="Crystian Carranco" userId="S::ccarranco@apexsystems.com::7b311d64-419a-4b9e-b268-b6ab0f817fff" providerId="AD" clId="Web-{9C915870-5AE9-43E9-A610-10A394BF6686}" dt="2024-10-28T17:56:29.044" v="0"/>
          <ac:spMkLst>
            <pc:docMk/>
            <pc:sldMk cId="1231161578" sldId="260"/>
            <ac:spMk id="2" creationId="{CE37C7A9-D9A2-011C-52E0-EC82D6C96F8E}"/>
          </ac:spMkLst>
        </pc:spChg>
      </pc:sldChg>
      <pc:sldChg chg="modSp ord">
        <pc:chgData name="Crystian Carranco" userId="S::ccarranco@apexsystems.com::7b311d64-419a-4b9e-b268-b6ab0f817fff" providerId="AD" clId="Web-{9C915870-5AE9-43E9-A610-10A394BF6686}" dt="2024-10-28T17:58:06.251" v="8" actId="14100"/>
        <pc:sldMkLst>
          <pc:docMk/>
          <pc:sldMk cId="350164762" sldId="267"/>
        </pc:sldMkLst>
        <pc:spChg chg="mod">
          <ac:chgData name="Crystian Carranco" userId="S::ccarranco@apexsystems.com::7b311d64-419a-4b9e-b268-b6ab0f817fff" providerId="AD" clId="Web-{9C915870-5AE9-43E9-A610-10A394BF6686}" dt="2024-10-28T17:58:06.251" v="8" actId="14100"/>
          <ac:spMkLst>
            <pc:docMk/>
            <pc:sldMk cId="350164762" sldId="267"/>
            <ac:spMk id="10" creationId="{34F07E0C-7E57-FE6F-815A-5B46546D3CCB}"/>
          </ac:spMkLst>
        </pc:spChg>
      </pc:sldChg>
      <pc:sldChg chg="add replId">
        <pc:chgData name="Crystian Carranco" userId="S::ccarranco@apexsystems.com::7b311d64-419a-4b9e-b268-b6ab0f817fff" providerId="AD" clId="Web-{9C915870-5AE9-43E9-A610-10A394BF6686}" dt="2024-10-28T17:57:19.015" v="2"/>
        <pc:sldMkLst>
          <pc:docMk/>
          <pc:sldMk cId="2654394054" sldId="269"/>
        </pc:sldMkLst>
      </pc:sldChg>
    </pc:docChg>
  </pc:docChgLst>
  <pc:docChgLst>
    <pc:chgData name="Gerardo Ramirez" userId="S::gramirez@apexsystems.com::6de5b2ba-04a8-40f8-bb90-0f29cdb66f52" providerId="AD" clId="Web-{3E17D0B2-162C-8B58-3CFE-D24116A81BA9}"/>
    <pc:docChg chg="modSld">
      <pc:chgData name="Gerardo Ramirez" userId="S::gramirez@apexsystems.com::6de5b2ba-04a8-40f8-bb90-0f29cdb66f52" providerId="AD" clId="Web-{3E17D0B2-162C-8B58-3CFE-D24116A81BA9}" dt="2024-08-29T01:27:34.576" v="255" actId="20577"/>
      <pc:docMkLst>
        <pc:docMk/>
      </pc:docMkLst>
      <pc:sldChg chg="modSp">
        <pc:chgData name="Gerardo Ramirez" userId="S::gramirez@apexsystems.com::6de5b2ba-04a8-40f8-bb90-0f29cdb66f52" providerId="AD" clId="Web-{3E17D0B2-162C-8B58-3CFE-D24116A81BA9}" dt="2024-08-29T01:27:34.576" v="255" actId="20577"/>
        <pc:sldMkLst>
          <pc:docMk/>
          <pc:sldMk cId="569822374" sldId="257"/>
        </pc:sldMkLst>
        <pc:spChg chg="mod">
          <ac:chgData name="Gerardo Ramirez" userId="S::gramirez@apexsystems.com::6de5b2ba-04a8-40f8-bb90-0f29cdb66f52" providerId="AD" clId="Web-{3E17D0B2-162C-8B58-3CFE-D24116A81BA9}" dt="2024-08-29T01:27:34.576" v="255" actId="20577"/>
          <ac:spMkLst>
            <pc:docMk/>
            <pc:sldMk cId="569822374" sldId="257"/>
            <ac:spMk id="2" creationId="{027B6E15-4712-4BFF-BC90-A900D3D00E0F}"/>
          </ac:spMkLst>
        </pc:spChg>
      </pc:sldChg>
    </pc:docChg>
  </pc:docChgLst>
  <pc:docChgLst>
    <pc:chgData name="Crystian Carranco" userId="S::ccarranco@apexsystems.com::7b311d64-419a-4b9e-b268-b6ab0f817fff" providerId="AD" clId="Web-{4F06C052-D546-413A-8E71-5A30306E886A}"/>
    <pc:docChg chg="addSld delSld modSld sldOrd">
      <pc:chgData name="Crystian Carranco" userId="S::ccarranco@apexsystems.com::7b311d64-419a-4b9e-b268-b6ab0f817fff" providerId="AD" clId="Web-{4F06C052-D546-413A-8E71-5A30306E886A}" dt="2024-10-23T00:16:06.582" v="138" actId="1076"/>
      <pc:docMkLst>
        <pc:docMk/>
      </pc:docMkLst>
      <pc:sldChg chg="modSp ord">
        <pc:chgData name="Crystian Carranco" userId="S::ccarranco@apexsystems.com::7b311d64-419a-4b9e-b268-b6ab0f817fff" providerId="AD" clId="Web-{4F06C052-D546-413A-8E71-5A30306E886A}" dt="2024-10-23T00:15:05.861" v="132" actId="20577"/>
        <pc:sldMkLst>
          <pc:docMk/>
          <pc:sldMk cId="1231161578" sldId="260"/>
        </pc:sldMkLst>
        <pc:spChg chg="mod">
          <ac:chgData name="Crystian Carranco" userId="S::ccarranco@apexsystems.com::7b311d64-419a-4b9e-b268-b6ab0f817fff" providerId="AD" clId="Web-{4F06C052-D546-413A-8E71-5A30306E886A}" dt="2024-10-23T00:12:48.545" v="106" actId="20577"/>
          <ac:spMkLst>
            <pc:docMk/>
            <pc:sldMk cId="1231161578" sldId="260"/>
            <ac:spMk id="2" creationId="{CE37C7A9-D9A2-011C-52E0-EC82D6C96F8E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0:10.290" v="46" actId="20577"/>
          <ac:spMkLst>
            <pc:docMk/>
            <pc:sldMk cId="1231161578" sldId="260"/>
            <ac:spMk id="3" creationId="{115176D6-FDCF-DDF3-B517-9A7851AC8FA5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0:00.712" v="43" actId="20577"/>
          <ac:spMkLst>
            <pc:docMk/>
            <pc:sldMk cId="1231161578" sldId="260"/>
            <ac:spMk id="4" creationId="{A9311FE8-F3D1-2A5E-1934-992F36B3367E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09:53.149" v="34" actId="20577"/>
          <ac:spMkLst>
            <pc:docMk/>
            <pc:sldMk cId="1231161578" sldId="260"/>
            <ac:spMk id="5" creationId="{FD2A5863-E611-36C0-0125-980F7C5C684C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3:20.608" v="114" actId="20577"/>
          <ac:spMkLst>
            <pc:docMk/>
            <pc:sldMk cId="1231161578" sldId="260"/>
            <ac:spMk id="6" creationId="{C5F9FD99-FB06-6B62-85C1-A364F95F53E8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5:05.861" v="132" actId="20577"/>
          <ac:spMkLst>
            <pc:docMk/>
            <pc:sldMk cId="1231161578" sldId="260"/>
            <ac:spMk id="8" creationId="{62A7F824-CA0F-192A-FFC0-E245ED16B9AE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0:27.416" v="55" actId="20577"/>
          <ac:spMkLst>
            <pc:docMk/>
            <pc:sldMk cId="1231161578" sldId="260"/>
            <ac:spMk id="23" creationId="{274C1F5A-3F60-CE11-1039-6B90565F9DCD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0:20.478" v="54" actId="20577"/>
          <ac:spMkLst>
            <pc:docMk/>
            <pc:sldMk cId="1231161578" sldId="260"/>
            <ac:spMk id="24" creationId="{2B66BC22-5E34-65BC-A46B-0F9A56B530AA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0:17.728" v="53" actId="20577"/>
          <ac:spMkLst>
            <pc:docMk/>
            <pc:sldMk cId="1231161578" sldId="260"/>
            <ac:spMk id="25" creationId="{4718713E-C9E2-54D2-0AFB-85103864FD32}"/>
          </ac:spMkLst>
        </pc:spChg>
        <pc:spChg chg="mod">
          <ac:chgData name="Crystian Carranco" userId="S::ccarranco@apexsystems.com::7b311d64-419a-4b9e-b268-b6ab0f817fff" providerId="AD" clId="Web-{4F06C052-D546-413A-8E71-5A30306E886A}" dt="2024-10-23T00:13:17.155" v="111" actId="20577"/>
          <ac:spMkLst>
            <pc:docMk/>
            <pc:sldMk cId="1231161578" sldId="260"/>
            <ac:spMk id="26" creationId="{0628213D-3913-240A-AB42-119F2ED3332F}"/>
          </ac:spMkLst>
        </pc:spChg>
      </pc:sldChg>
      <pc:sldChg chg="delSp modSp">
        <pc:chgData name="Crystian Carranco" userId="S::ccarranco@apexsystems.com::7b311d64-419a-4b9e-b268-b6ab0f817fff" providerId="AD" clId="Web-{4F06C052-D546-413A-8E71-5A30306E886A}" dt="2024-10-23T00:16:06.582" v="138" actId="1076"/>
        <pc:sldMkLst>
          <pc:docMk/>
          <pc:sldMk cId="3918154481" sldId="266"/>
        </pc:sldMkLst>
        <pc:spChg chg="mod">
          <ac:chgData name="Crystian Carranco" userId="S::ccarranco@apexsystems.com::7b311d64-419a-4b9e-b268-b6ab0f817fff" providerId="AD" clId="Web-{4F06C052-D546-413A-8E71-5A30306E886A}" dt="2024-10-23T00:15:57.878" v="136" actId="14100"/>
          <ac:spMkLst>
            <pc:docMk/>
            <pc:sldMk cId="3918154481" sldId="266"/>
            <ac:spMk id="21" creationId="{97D548D6-3635-BDA1-FC01-2252B236E27B}"/>
          </ac:spMkLst>
        </pc:spChg>
        <pc:picChg chg="mod ord">
          <ac:chgData name="Crystian Carranco" userId="S::ccarranco@apexsystems.com::7b311d64-419a-4b9e-b268-b6ab0f817fff" providerId="AD" clId="Web-{4F06C052-D546-413A-8E71-5A30306E886A}" dt="2024-10-23T00:16:06.582" v="138" actId="1076"/>
          <ac:picMkLst>
            <pc:docMk/>
            <pc:sldMk cId="3918154481" sldId="266"/>
            <ac:picMk id="17" creationId="{87904B32-A218-CB5F-2164-ACEF33C02473}"/>
          </ac:picMkLst>
        </pc:picChg>
        <pc:picChg chg="del">
          <ac:chgData name="Crystian Carranco" userId="S::ccarranco@apexsystems.com::7b311d64-419a-4b9e-b268-b6ab0f817fff" providerId="AD" clId="Web-{4F06C052-D546-413A-8E71-5A30306E886A}" dt="2024-10-23T00:16:00.050" v="137"/>
          <ac:picMkLst>
            <pc:docMk/>
            <pc:sldMk cId="3918154481" sldId="266"/>
            <ac:picMk id="19" creationId="{5D0A8901-3B77-CC83-444D-12AE936E1BAB}"/>
          </ac:picMkLst>
        </pc:picChg>
      </pc:sldChg>
      <pc:sldChg chg="add del replId">
        <pc:chgData name="Crystian Carranco" userId="S::ccarranco@apexsystems.com::7b311d64-419a-4b9e-b268-b6ab0f817fff" providerId="AD" clId="Web-{4F06C052-D546-413A-8E71-5A30306E886A}" dt="2024-10-23T00:13:03.905" v="108"/>
        <pc:sldMkLst>
          <pc:docMk/>
          <pc:sldMk cId="1594401842" sldId="269"/>
        </pc:sldMkLst>
      </pc:sldChg>
    </pc:docChg>
  </pc:docChgLst>
  <pc:docChgLst>
    <pc:chgData name="Crystian Carranco" userId="S::ccarranco@apexsystems.com::7b311d64-419a-4b9e-b268-b6ab0f817fff" providerId="AD" clId="Web-{E46CDFBC-C7A5-4449-A0D5-9E18D3389B08}"/>
    <pc:docChg chg="modSld">
      <pc:chgData name="Crystian Carranco" userId="S::ccarranco@apexsystems.com::7b311d64-419a-4b9e-b268-b6ab0f817fff" providerId="AD" clId="Web-{E46CDFBC-C7A5-4449-A0D5-9E18D3389B08}" dt="2023-08-31T20:36:38.729" v="38" actId="20577"/>
      <pc:docMkLst>
        <pc:docMk/>
      </pc:docMkLst>
      <pc:sldChg chg="modSp">
        <pc:chgData name="Crystian Carranco" userId="S::ccarranco@apexsystems.com::7b311d64-419a-4b9e-b268-b6ab0f817fff" providerId="AD" clId="Web-{E46CDFBC-C7A5-4449-A0D5-9E18D3389B08}" dt="2023-08-31T20:36:38.729" v="38" actId="20577"/>
        <pc:sldMkLst>
          <pc:docMk/>
          <pc:sldMk cId="350164762" sldId="267"/>
        </pc:sldMkLst>
        <pc:spChg chg="mod">
          <ac:chgData name="Crystian Carranco" userId="S::ccarranco@apexsystems.com::7b311d64-419a-4b9e-b268-b6ab0f817fff" providerId="AD" clId="Web-{E46CDFBC-C7A5-4449-A0D5-9E18D3389B08}" dt="2023-08-31T20:36:38.729" v="38" actId="20577"/>
          <ac:spMkLst>
            <pc:docMk/>
            <pc:sldMk cId="350164762" sldId="267"/>
            <ac:spMk id="10" creationId="{34F07E0C-7E57-FE6F-815A-5B46546D3CCB}"/>
          </ac:spMkLst>
        </pc:spChg>
      </pc:sldChg>
    </pc:docChg>
  </pc:docChgLst>
  <pc:docChgLst>
    <pc:chgData name="Crystian Carranco" userId="7b311d64-419a-4b9e-b268-b6ab0f817fff" providerId="ADAL" clId="{0385FBA6-7200-41DB-871B-570059E8CBCE}"/>
    <pc:docChg chg="undo redo custSel addSld delSld modSld">
      <pc:chgData name="Crystian Carranco" userId="7b311d64-419a-4b9e-b268-b6ab0f817fff" providerId="ADAL" clId="{0385FBA6-7200-41DB-871B-570059E8CBCE}" dt="2024-10-29T19:33:40.645" v="1575" actId="47"/>
      <pc:docMkLst>
        <pc:docMk/>
      </pc:docMkLst>
      <pc:sldChg chg="modSp del mod">
        <pc:chgData name="Crystian Carranco" userId="7b311d64-419a-4b9e-b268-b6ab0f817fff" providerId="ADAL" clId="{0385FBA6-7200-41DB-871B-570059E8CBCE}" dt="2024-10-29T19:33:40.645" v="1575" actId="47"/>
        <pc:sldMkLst>
          <pc:docMk/>
          <pc:sldMk cId="1231161578" sldId="260"/>
        </pc:sldMkLst>
        <pc:spChg chg="mod">
          <ac:chgData name="Crystian Carranco" userId="7b311d64-419a-4b9e-b268-b6ab0f817fff" providerId="ADAL" clId="{0385FBA6-7200-41DB-871B-570059E8CBCE}" dt="2024-10-23T01:32:35.492" v="1448"/>
          <ac:spMkLst>
            <pc:docMk/>
            <pc:sldMk cId="1231161578" sldId="260"/>
            <ac:spMk id="2" creationId="{CE37C7A9-D9A2-011C-52E0-EC82D6C96F8E}"/>
          </ac:spMkLst>
        </pc:spChg>
        <pc:spChg chg="mod">
          <ac:chgData name="Crystian Carranco" userId="7b311d64-419a-4b9e-b268-b6ab0f817fff" providerId="ADAL" clId="{0385FBA6-7200-41DB-871B-570059E8CBCE}" dt="2024-10-23T01:36:07.704" v="1449" actId="113"/>
          <ac:spMkLst>
            <pc:docMk/>
            <pc:sldMk cId="1231161578" sldId="260"/>
            <ac:spMk id="6" creationId="{C5F9FD99-FB06-6B62-85C1-A364F95F53E8}"/>
          </ac:spMkLst>
        </pc:spChg>
        <pc:spChg chg="mod">
          <ac:chgData name="Crystian Carranco" userId="7b311d64-419a-4b9e-b268-b6ab0f817fff" providerId="ADAL" clId="{0385FBA6-7200-41DB-871B-570059E8CBCE}" dt="2024-10-23T00:58:27.071" v="664" actId="1076"/>
          <ac:spMkLst>
            <pc:docMk/>
            <pc:sldMk cId="1231161578" sldId="260"/>
            <ac:spMk id="7" creationId="{B551DAB1-4113-E26F-5FAD-6259FBF0EE1D}"/>
          </ac:spMkLst>
        </pc:spChg>
        <pc:spChg chg="mod">
          <ac:chgData name="Crystian Carranco" userId="7b311d64-419a-4b9e-b268-b6ab0f817fff" providerId="ADAL" clId="{0385FBA6-7200-41DB-871B-570059E8CBCE}" dt="2024-10-23T01:36:11.962" v="1450" actId="113"/>
          <ac:spMkLst>
            <pc:docMk/>
            <pc:sldMk cId="1231161578" sldId="260"/>
            <ac:spMk id="8" creationId="{62A7F824-CA0F-192A-FFC0-E245ED16B9AE}"/>
          </ac:spMkLst>
        </pc:spChg>
        <pc:spChg chg="mod">
          <ac:chgData name="Crystian Carranco" userId="7b311d64-419a-4b9e-b268-b6ab0f817fff" providerId="ADAL" clId="{0385FBA6-7200-41DB-871B-570059E8CBCE}" dt="2024-10-23T01:16:46.810" v="1205" actId="12"/>
          <ac:spMkLst>
            <pc:docMk/>
            <pc:sldMk cId="1231161578" sldId="260"/>
            <ac:spMk id="22" creationId="{A2D8700A-0D64-B8B0-6D11-0449CA4CBE63}"/>
          </ac:spMkLst>
        </pc:spChg>
        <pc:spChg chg="mod">
          <ac:chgData name="Crystian Carranco" userId="7b311d64-419a-4b9e-b268-b6ab0f817fff" providerId="ADAL" clId="{0385FBA6-7200-41DB-871B-570059E8CBCE}" dt="2024-10-23T01:31:10.014" v="1442" actId="14100"/>
          <ac:spMkLst>
            <pc:docMk/>
            <pc:sldMk cId="1231161578" sldId="260"/>
            <ac:spMk id="26" creationId="{0628213D-3913-240A-AB42-119F2ED3332F}"/>
          </ac:spMkLst>
        </pc:spChg>
        <pc:spChg chg="mod">
          <ac:chgData name="Crystian Carranco" userId="7b311d64-419a-4b9e-b268-b6ab0f817fff" providerId="ADAL" clId="{0385FBA6-7200-41DB-871B-570059E8CBCE}" dt="2024-10-23T01:31:14.431" v="1443" actId="14100"/>
          <ac:spMkLst>
            <pc:docMk/>
            <pc:sldMk cId="1231161578" sldId="260"/>
            <ac:spMk id="27" creationId="{FEE367F8-F634-5907-5DE1-35ECE519B271}"/>
          </ac:spMkLst>
        </pc:spChg>
      </pc:sldChg>
      <pc:sldChg chg="addSp delSp modSp mod modClrScheme chgLayout">
        <pc:chgData name="Crystian Carranco" userId="7b311d64-419a-4b9e-b268-b6ab0f817fff" providerId="ADAL" clId="{0385FBA6-7200-41DB-871B-570059E8CBCE}" dt="2024-10-23T00:48:32.437" v="244" actId="1076"/>
        <pc:sldMkLst>
          <pc:docMk/>
          <pc:sldMk cId="3918154481" sldId="266"/>
        </pc:sldMkLst>
        <pc:spChg chg="add del mod">
          <ac:chgData name="Crystian Carranco" userId="7b311d64-419a-4b9e-b268-b6ab0f817fff" providerId="ADAL" clId="{0385FBA6-7200-41DB-871B-570059E8CBCE}" dt="2024-10-23T00:20:46.137" v="47" actId="11529"/>
          <ac:spMkLst>
            <pc:docMk/>
            <pc:sldMk cId="3918154481" sldId="266"/>
            <ac:spMk id="8" creationId="{5E0F8AE5-05A4-90E5-3174-0CADD51061D2}"/>
          </ac:spMkLst>
        </pc:spChg>
        <pc:spChg chg="mod ord">
          <ac:chgData name="Crystian Carranco" userId="7b311d64-419a-4b9e-b268-b6ab0f817fff" providerId="ADAL" clId="{0385FBA6-7200-41DB-871B-570059E8CBCE}" dt="2024-10-23T00:38:59.916" v="201" actId="20577"/>
          <ac:spMkLst>
            <pc:docMk/>
            <pc:sldMk cId="3918154481" sldId="266"/>
            <ac:spMk id="21" creationId="{97D548D6-3635-BDA1-FC01-2252B236E27B}"/>
          </ac:spMkLst>
        </pc:spChg>
        <pc:spChg chg="add del mod">
          <ac:chgData name="Crystian Carranco" userId="7b311d64-419a-4b9e-b268-b6ab0f817fff" providerId="ADAL" clId="{0385FBA6-7200-41DB-871B-570059E8CBCE}" dt="2024-10-23T00:39:10.347" v="211" actId="478"/>
          <ac:spMkLst>
            <pc:docMk/>
            <pc:sldMk cId="3918154481" sldId="266"/>
            <ac:spMk id="26" creationId="{5000A88C-B647-53E8-A015-148FBFD1A68B}"/>
          </ac:spMkLst>
        </pc:spChg>
        <pc:spChg chg="add del mod">
          <ac:chgData name="Crystian Carranco" userId="7b311d64-419a-4b9e-b268-b6ab0f817fff" providerId="ADAL" clId="{0385FBA6-7200-41DB-871B-570059E8CBCE}" dt="2024-10-23T00:39:13.142" v="212" actId="478"/>
          <ac:spMkLst>
            <pc:docMk/>
            <pc:sldMk cId="3918154481" sldId="266"/>
            <ac:spMk id="28" creationId="{B3672C2C-0A5C-892E-6C55-CE771E94B60B}"/>
          </ac:spMkLst>
        </pc:spChg>
        <pc:picChg chg="add del mod">
          <ac:chgData name="Crystian Carranco" userId="7b311d64-419a-4b9e-b268-b6ab0f817fff" providerId="ADAL" clId="{0385FBA6-7200-41DB-871B-570059E8CBCE}" dt="2024-10-23T00:38:59.980" v="203" actId="478"/>
          <ac:picMkLst>
            <pc:docMk/>
            <pc:sldMk cId="3918154481" sldId="266"/>
            <ac:picMk id="3" creationId="{04AD4D97-7BEA-6CB9-5350-B0744885A2E8}"/>
          </ac:picMkLst>
        </pc:picChg>
        <pc:picChg chg="add del mod">
          <ac:chgData name="Crystian Carranco" userId="7b311d64-419a-4b9e-b268-b6ab0f817fff" providerId="ADAL" clId="{0385FBA6-7200-41DB-871B-570059E8CBCE}" dt="2024-10-23T00:18:17.977" v="4" actId="478"/>
          <ac:picMkLst>
            <pc:docMk/>
            <pc:sldMk cId="3918154481" sldId="266"/>
            <ac:picMk id="5" creationId="{638CB070-6A7B-FC11-A0DC-7C782C8C253F}"/>
          </ac:picMkLst>
        </pc:picChg>
        <pc:picChg chg="add del mod">
          <ac:chgData name="Crystian Carranco" userId="7b311d64-419a-4b9e-b268-b6ab0f817fff" providerId="ADAL" clId="{0385FBA6-7200-41DB-871B-570059E8CBCE}" dt="2024-10-23T00:38:59.949" v="202" actId="478"/>
          <ac:picMkLst>
            <pc:docMk/>
            <pc:sldMk cId="3918154481" sldId="266"/>
            <ac:picMk id="7" creationId="{5BBFA10D-053D-8E0E-518D-8C7E353EE18F}"/>
          </ac:picMkLst>
        </pc:picChg>
        <pc:picChg chg="add del mod">
          <ac:chgData name="Crystian Carranco" userId="7b311d64-419a-4b9e-b268-b6ab0f817fff" providerId="ADAL" clId="{0385FBA6-7200-41DB-871B-570059E8CBCE}" dt="2024-10-23T00:30:51.717" v="60" actId="478"/>
          <ac:picMkLst>
            <pc:docMk/>
            <pc:sldMk cId="3918154481" sldId="266"/>
            <ac:picMk id="9" creationId="{2DAD0701-792C-A1EB-35AE-BC2121C92997}"/>
          </ac:picMkLst>
        </pc:picChg>
        <pc:picChg chg="add del mod">
          <ac:chgData name="Crystian Carranco" userId="7b311d64-419a-4b9e-b268-b6ab0f817fff" providerId="ADAL" clId="{0385FBA6-7200-41DB-871B-570059E8CBCE}" dt="2024-10-23T00:30:49.857" v="57" actId="22"/>
          <ac:picMkLst>
            <pc:docMk/>
            <pc:sldMk cId="3918154481" sldId="266"/>
            <ac:picMk id="11" creationId="{4236AA91-79E8-A2F1-CCC7-DAEED57DDAC7}"/>
          </ac:picMkLst>
        </pc:picChg>
        <pc:picChg chg="add del mod">
          <ac:chgData name="Crystian Carranco" userId="7b311d64-419a-4b9e-b268-b6ab0f817fff" providerId="ADAL" clId="{0385FBA6-7200-41DB-871B-570059E8CBCE}" dt="2024-10-23T00:39:04.830" v="210" actId="22"/>
          <ac:picMkLst>
            <pc:docMk/>
            <pc:sldMk cId="3918154481" sldId="266"/>
            <ac:picMk id="13" creationId="{4EA190D2-8EF3-AD86-D52B-2AFAE02DF351}"/>
          </ac:picMkLst>
        </pc:picChg>
        <pc:picChg chg="add del mod ord">
          <ac:chgData name="Crystian Carranco" userId="7b311d64-419a-4b9e-b268-b6ab0f817fff" providerId="ADAL" clId="{0385FBA6-7200-41DB-871B-570059E8CBCE}" dt="2024-10-23T00:38:45.206" v="181" actId="22"/>
          <ac:picMkLst>
            <pc:docMk/>
            <pc:sldMk cId="3918154481" sldId="266"/>
            <ac:picMk id="15" creationId="{8B3D0A8E-2C7C-3279-10D7-A9075C64173F}"/>
          </ac:picMkLst>
        </pc:picChg>
        <pc:picChg chg="add del mod ord">
          <ac:chgData name="Crystian Carranco" userId="7b311d64-419a-4b9e-b268-b6ab0f817fff" providerId="ADAL" clId="{0385FBA6-7200-41DB-871B-570059E8CBCE}" dt="2024-10-23T00:39:14.850" v="213" actId="478"/>
          <ac:picMkLst>
            <pc:docMk/>
            <pc:sldMk cId="3918154481" sldId="266"/>
            <ac:picMk id="17" creationId="{87904B32-A218-CB5F-2164-ACEF33C02473}"/>
          </ac:picMkLst>
        </pc:picChg>
        <pc:picChg chg="add mod">
          <ac:chgData name="Crystian Carranco" userId="7b311d64-419a-4b9e-b268-b6ab0f817fff" providerId="ADAL" clId="{0385FBA6-7200-41DB-871B-570059E8CBCE}" dt="2024-10-23T00:46:29.223" v="239" actId="1440"/>
          <ac:picMkLst>
            <pc:docMk/>
            <pc:sldMk cId="3918154481" sldId="266"/>
            <ac:picMk id="18" creationId="{27B28E05-3BD6-22F6-9EF9-86C202AA13F8}"/>
          </ac:picMkLst>
        </pc:picChg>
        <pc:picChg chg="add del mod">
          <ac:chgData name="Crystian Carranco" userId="7b311d64-419a-4b9e-b268-b6ab0f817fff" providerId="ADAL" clId="{0385FBA6-7200-41DB-871B-570059E8CBCE}" dt="2024-10-23T00:46:53.745" v="241" actId="478"/>
          <ac:picMkLst>
            <pc:docMk/>
            <pc:sldMk cId="3918154481" sldId="266"/>
            <ac:picMk id="20" creationId="{5EB64514-4B49-C9C8-B40F-BA1FF95FABBC}"/>
          </ac:picMkLst>
        </pc:picChg>
        <pc:picChg chg="add mod">
          <ac:chgData name="Crystian Carranco" userId="7b311d64-419a-4b9e-b268-b6ab0f817fff" providerId="ADAL" clId="{0385FBA6-7200-41DB-871B-570059E8CBCE}" dt="2024-10-23T00:48:32.437" v="244" actId="1076"/>
          <ac:picMkLst>
            <pc:docMk/>
            <pc:sldMk cId="3918154481" sldId="266"/>
            <ac:picMk id="23" creationId="{3A5240AB-427B-3EBA-B41C-7EDEF8033519}"/>
          </ac:picMkLst>
        </pc:picChg>
      </pc:sldChg>
      <pc:sldChg chg="delSp modSp add mod">
        <pc:chgData name="Crystian Carranco" userId="7b311d64-419a-4b9e-b268-b6ab0f817fff" providerId="ADAL" clId="{0385FBA6-7200-41DB-871B-570059E8CBCE}" dt="2024-10-29T16:43:20.629" v="1574" actId="20577"/>
        <pc:sldMkLst>
          <pc:docMk/>
          <pc:sldMk cId="2649944363" sldId="271"/>
        </pc:sldMkLst>
        <pc:spChg chg="mod">
          <ac:chgData name="Crystian Carranco" userId="7b311d64-419a-4b9e-b268-b6ab0f817fff" providerId="ADAL" clId="{0385FBA6-7200-41DB-871B-570059E8CBCE}" dt="2024-10-29T16:35:58.676" v="1463"/>
          <ac:spMkLst>
            <pc:docMk/>
            <pc:sldMk cId="2649944363" sldId="271"/>
            <ac:spMk id="6" creationId="{FEF209FF-66F0-07EF-4DAD-B785F658F6F7}"/>
          </ac:spMkLst>
        </pc:spChg>
        <pc:spChg chg="mod">
          <ac:chgData name="Crystian Carranco" userId="7b311d64-419a-4b9e-b268-b6ab0f817fff" providerId="ADAL" clId="{0385FBA6-7200-41DB-871B-570059E8CBCE}" dt="2024-10-29T16:43:20.629" v="1574" actId="20577"/>
          <ac:spMkLst>
            <pc:docMk/>
            <pc:sldMk cId="2649944363" sldId="271"/>
            <ac:spMk id="7" creationId="{02DA8101-C946-136D-6896-376805D37820}"/>
          </ac:spMkLst>
        </pc:spChg>
        <pc:spChg chg="mod">
          <ac:chgData name="Crystian Carranco" userId="7b311d64-419a-4b9e-b268-b6ab0f817fff" providerId="ADAL" clId="{0385FBA6-7200-41DB-871B-570059E8CBCE}" dt="2024-10-29T16:32:52.443" v="1454" actId="14100"/>
          <ac:spMkLst>
            <pc:docMk/>
            <pc:sldMk cId="2649944363" sldId="271"/>
            <ac:spMk id="8" creationId="{C71D3442-B794-45F7-750B-F050350EF4CC}"/>
          </ac:spMkLst>
        </pc:spChg>
        <pc:spChg chg="mod">
          <ac:chgData name="Crystian Carranco" userId="7b311d64-419a-4b9e-b268-b6ab0f817fff" providerId="ADAL" clId="{0385FBA6-7200-41DB-871B-570059E8CBCE}" dt="2024-10-29T16:41:36.474" v="1573" actId="1076"/>
          <ac:spMkLst>
            <pc:docMk/>
            <pc:sldMk cId="2649944363" sldId="271"/>
            <ac:spMk id="22" creationId="{C6DFB4FD-3468-20B6-9D7D-A87EFCC1AA33}"/>
          </ac:spMkLst>
        </pc:spChg>
        <pc:spChg chg="del">
          <ac:chgData name="Crystian Carranco" userId="7b311d64-419a-4b9e-b268-b6ab0f817fff" providerId="ADAL" clId="{0385FBA6-7200-41DB-871B-570059E8CBCE}" dt="2024-10-29T16:31:47.594" v="1452" actId="478"/>
          <ac:spMkLst>
            <pc:docMk/>
            <pc:sldMk cId="2649944363" sldId="271"/>
            <ac:spMk id="23" creationId="{67F4C0CF-C1C0-E293-1388-13D958759B02}"/>
          </ac:spMkLst>
        </pc:spChg>
        <pc:spChg chg="del">
          <ac:chgData name="Crystian Carranco" userId="7b311d64-419a-4b9e-b268-b6ab0f817fff" providerId="ADAL" clId="{0385FBA6-7200-41DB-871B-570059E8CBCE}" dt="2024-10-29T16:31:50.861" v="1453" actId="478"/>
          <ac:spMkLst>
            <pc:docMk/>
            <pc:sldMk cId="2649944363" sldId="271"/>
            <ac:spMk id="24" creationId="{D6FAB540-24EB-DDDF-22B4-7A1BE04E1BB5}"/>
          </ac:spMkLst>
        </pc:spChg>
      </pc:sldChg>
    </pc:docChg>
  </pc:docChgLst>
  <pc:docChgLst>
    <pc:chgData name="Crystian Carranco" userId="S::ccarranco@apexsystems.com::7b311d64-419a-4b9e-b268-b6ab0f817fff" providerId="AD" clId="Web-{B0F4CA0F-75AE-4FFA-BE30-959008F3138D}"/>
    <pc:docChg chg="addSld modSld sldOrd">
      <pc:chgData name="Crystian Carranco" userId="S::ccarranco@apexsystems.com::7b311d64-419a-4b9e-b268-b6ab0f817fff" providerId="AD" clId="Web-{B0F4CA0F-75AE-4FFA-BE30-959008F3138D}" dt="2024-10-28T18:07:47.463" v="23" actId="20577"/>
      <pc:docMkLst>
        <pc:docMk/>
      </pc:docMkLst>
      <pc:sldChg chg="addSp delSp modSp">
        <pc:chgData name="Crystian Carranco" userId="S::ccarranco@apexsystems.com::7b311d64-419a-4b9e-b268-b6ab0f817fff" providerId="AD" clId="Web-{B0F4CA0F-75AE-4FFA-BE30-959008F3138D}" dt="2024-10-28T18:07:47.463" v="23" actId="20577"/>
        <pc:sldMkLst>
          <pc:docMk/>
          <pc:sldMk cId="1231161578" sldId="260"/>
        </pc:sldMkLst>
        <pc:spChg chg="mod">
          <ac:chgData name="Crystian Carranco" userId="S::ccarranco@apexsystems.com::7b311d64-419a-4b9e-b268-b6ab0f817fff" providerId="AD" clId="Web-{B0F4CA0F-75AE-4FFA-BE30-959008F3138D}" dt="2024-10-28T18:07:04.837" v="20" actId="20577"/>
          <ac:spMkLst>
            <pc:docMk/>
            <pc:sldMk cId="1231161578" sldId="260"/>
            <ac:spMk id="3" creationId="{115176D6-FDCF-DDF3-B517-9A7851AC8FA5}"/>
          </ac:spMkLst>
        </pc:spChg>
        <pc:spChg chg="add del mod">
          <ac:chgData name="Crystian Carranco" userId="S::ccarranco@apexsystems.com::7b311d64-419a-4b9e-b268-b6ab0f817fff" providerId="AD" clId="Web-{B0F4CA0F-75AE-4FFA-BE30-959008F3138D}" dt="2024-10-28T18:07:33.181" v="21"/>
          <ac:spMkLst>
            <pc:docMk/>
            <pc:sldMk cId="1231161578" sldId="260"/>
            <ac:spMk id="11" creationId="{9F8A9E2A-5766-9580-B6E8-737468758A49}"/>
          </ac:spMkLst>
        </pc:spChg>
        <pc:spChg chg="mod">
          <ac:chgData name="Crystian Carranco" userId="S::ccarranco@apexsystems.com::7b311d64-419a-4b9e-b268-b6ab0f817fff" providerId="AD" clId="Web-{B0F4CA0F-75AE-4FFA-BE30-959008F3138D}" dt="2024-10-28T18:07:47.463" v="23" actId="20577"/>
          <ac:spMkLst>
            <pc:docMk/>
            <pc:sldMk cId="1231161578" sldId="260"/>
            <ac:spMk id="23" creationId="{274C1F5A-3F60-CE11-1039-6B90565F9DCD}"/>
          </ac:spMkLst>
        </pc:spChg>
        <pc:spChg chg="mod">
          <ac:chgData name="Crystian Carranco" userId="S::ccarranco@apexsystems.com::7b311d64-419a-4b9e-b268-b6ab0f817fff" providerId="AD" clId="Web-{B0F4CA0F-75AE-4FFA-BE30-959008F3138D}" dt="2024-10-28T18:07:43.869" v="22" actId="20577"/>
          <ac:spMkLst>
            <pc:docMk/>
            <pc:sldMk cId="1231161578" sldId="260"/>
            <ac:spMk id="24" creationId="{2B66BC22-5E34-65BC-A46B-0F9A56B530AA}"/>
          </ac:spMkLst>
        </pc:spChg>
        <pc:spChg chg="del">
          <ac:chgData name="Crystian Carranco" userId="S::ccarranco@apexsystems.com::7b311d64-419a-4b9e-b268-b6ab0f817fff" providerId="AD" clId="Web-{B0F4CA0F-75AE-4FFA-BE30-959008F3138D}" dt="2024-10-28T18:04:42.395" v="10"/>
          <ac:spMkLst>
            <pc:docMk/>
            <pc:sldMk cId="1231161578" sldId="260"/>
            <ac:spMk id="25" creationId="{4718713E-C9E2-54D2-0AFB-85103864FD32}"/>
          </ac:spMkLst>
        </pc:spChg>
        <pc:picChg chg="add del mod ord">
          <ac:chgData name="Crystian Carranco" userId="S::ccarranco@apexsystems.com::7b311d64-419a-4b9e-b268-b6ab0f817fff" providerId="AD" clId="Web-{B0F4CA0F-75AE-4FFA-BE30-959008F3138D}" dt="2024-10-28T18:06:03.835" v="16"/>
          <ac:picMkLst>
            <pc:docMk/>
            <pc:sldMk cId="1231161578" sldId="260"/>
            <ac:picMk id="9" creationId="{521BBD55-B11E-AA05-FD5E-FD4BF89CCE68}"/>
          </ac:picMkLst>
        </pc:picChg>
      </pc:sldChg>
      <pc:sldChg chg="modSp add ord replId">
        <pc:chgData name="Crystian Carranco" userId="S::ccarranco@apexsystems.com::7b311d64-419a-4b9e-b268-b6ab0f817fff" providerId="AD" clId="Web-{B0F4CA0F-75AE-4FFA-BE30-959008F3138D}" dt="2024-10-28T18:01:02.826" v="3" actId="20577"/>
        <pc:sldMkLst>
          <pc:docMk/>
          <pc:sldMk cId="2737045787" sldId="270"/>
        </pc:sldMkLst>
        <pc:spChg chg="mod">
          <ac:chgData name="Crystian Carranco" userId="S::ccarranco@apexsystems.com::7b311d64-419a-4b9e-b268-b6ab0f817fff" providerId="AD" clId="Web-{B0F4CA0F-75AE-4FFA-BE30-959008F3138D}" dt="2024-10-28T18:01:02.826" v="3" actId="20577"/>
          <ac:spMkLst>
            <pc:docMk/>
            <pc:sldMk cId="2737045787" sldId="270"/>
            <ac:spMk id="2" creationId="{7F3A5998-032B-4549-BDC0-BAC29CAFB8E6}"/>
          </ac:spMkLst>
        </pc:spChg>
      </pc:sldChg>
    </pc:docChg>
  </pc:docChgLst>
  <pc:docChgLst>
    <pc:chgData name="Ismael Romero" userId="S::iromero@apexsystems.com::3d53a192-681e-4725-8a0b-18e7f138a8e1" providerId="AD" clId="Web-{1378F0A5-954E-9489-8CE0-51D6F5165E0E}"/>
    <pc:docChg chg="modSld">
      <pc:chgData name="Ismael Romero" userId="S::iromero@apexsystems.com::3d53a192-681e-4725-8a0b-18e7f138a8e1" providerId="AD" clId="Web-{1378F0A5-954E-9489-8CE0-51D6F5165E0E}" dt="2024-09-02T15:05:04.310" v="377" actId="20577"/>
      <pc:docMkLst>
        <pc:docMk/>
      </pc:docMkLst>
      <pc:sldChg chg="modSp">
        <pc:chgData name="Ismael Romero" userId="S::iromero@apexsystems.com::3d53a192-681e-4725-8a0b-18e7f138a8e1" providerId="AD" clId="Web-{1378F0A5-954E-9489-8CE0-51D6F5165E0E}" dt="2024-09-02T15:05:04.310" v="377" actId="20577"/>
        <pc:sldMkLst>
          <pc:docMk/>
          <pc:sldMk cId="569822374" sldId="257"/>
        </pc:sldMkLst>
        <pc:spChg chg="mod">
          <ac:chgData name="Ismael Romero" userId="S::iromero@apexsystems.com::3d53a192-681e-4725-8a0b-18e7f138a8e1" providerId="AD" clId="Web-{1378F0A5-954E-9489-8CE0-51D6F5165E0E}" dt="2024-09-02T15:05:04.310" v="377" actId="20577"/>
          <ac:spMkLst>
            <pc:docMk/>
            <pc:sldMk cId="569822374" sldId="257"/>
            <ac:spMk id="2" creationId="{027B6E15-4712-4BFF-BC90-A900D3D00E0F}"/>
          </ac:spMkLst>
        </pc:spChg>
      </pc:sldChg>
      <pc:sldChg chg="addSp delSp modSp">
        <pc:chgData name="Ismael Romero" userId="S::iromero@apexsystems.com::3d53a192-681e-4725-8a0b-18e7f138a8e1" providerId="AD" clId="Web-{1378F0A5-954E-9489-8CE0-51D6F5165E0E}" dt="2024-09-02T15:05:03.419" v="190"/>
        <pc:sldMkLst>
          <pc:docMk/>
          <pc:sldMk cId="695425685" sldId="258"/>
        </pc:sldMkLst>
        <pc:spChg chg="add del mod">
          <ac:chgData name="Ismael Romero" userId="S::iromero@apexsystems.com::3d53a192-681e-4725-8a0b-18e7f138a8e1" providerId="AD" clId="Web-{1378F0A5-954E-9489-8CE0-51D6F5165E0E}" dt="2024-09-02T15:05:03.419" v="190"/>
          <ac:spMkLst>
            <pc:docMk/>
            <pc:sldMk cId="695425685" sldId="258"/>
            <ac:spMk id="3" creationId="{6C655D3E-061F-5F14-EE1F-5D678D4976FE}"/>
          </ac:spMkLst>
        </pc:spChg>
      </pc:sldChg>
    </pc:docChg>
  </pc:docChgLst>
  <pc:docChgLst>
    <pc:chgData name="Crystian Carranco" userId="S::ccarranco@apexsystems.com::7b311d64-419a-4b9e-b268-b6ab0f817fff" providerId="AD" clId="Web-{A61CA41C-4BAF-4012-AE69-62B10AF318AF}"/>
    <pc:docChg chg="modSld">
      <pc:chgData name="Crystian Carranco" userId="S::ccarranco@apexsystems.com::7b311d64-419a-4b9e-b268-b6ab0f817fff" providerId="AD" clId="Web-{A61CA41C-4BAF-4012-AE69-62B10AF318AF}" dt="2023-09-02T01:21:13.675" v="3"/>
      <pc:docMkLst>
        <pc:docMk/>
      </pc:docMkLst>
      <pc:sldChg chg="addSp delSp modSp mod chgLayout">
        <pc:chgData name="Crystian Carranco" userId="S::ccarranco@apexsystems.com::7b311d64-419a-4b9e-b268-b6ab0f817fff" providerId="AD" clId="Web-{A61CA41C-4BAF-4012-AE69-62B10AF318AF}" dt="2023-09-02T01:21:13.675" v="3"/>
        <pc:sldMkLst>
          <pc:docMk/>
          <pc:sldMk cId="569822374" sldId="257"/>
        </pc:sldMkLst>
        <pc:spChg chg="mod ord">
          <ac:chgData name="Crystian Carranco" userId="S::ccarranco@apexsystems.com::7b311d64-419a-4b9e-b268-b6ab0f817fff" providerId="AD" clId="Web-{A61CA41C-4BAF-4012-AE69-62B10AF318AF}" dt="2023-09-02T01:21:05.050" v="2"/>
          <ac:spMkLst>
            <pc:docMk/>
            <pc:sldMk cId="569822374" sldId="257"/>
            <ac:spMk id="2" creationId="{027B6E15-4712-4BFF-BC90-A900D3D00E0F}"/>
          </ac:spMkLst>
        </pc:spChg>
        <pc:spChg chg="mod ord">
          <ac:chgData name="Crystian Carranco" userId="S::ccarranco@apexsystems.com::7b311d64-419a-4b9e-b268-b6ab0f817fff" providerId="AD" clId="Web-{A61CA41C-4BAF-4012-AE69-62B10AF318AF}" dt="2023-09-02T01:21:05.050" v="2"/>
          <ac:spMkLst>
            <pc:docMk/>
            <pc:sldMk cId="569822374" sldId="257"/>
            <ac:spMk id="3" creationId="{498D1D7D-94DA-49FD-852A-7F145840B2C8}"/>
          </ac:spMkLst>
        </pc:spChg>
        <pc:spChg chg="add del mod ord">
          <ac:chgData name="Crystian Carranco" userId="S::ccarranco@apexsystems.com::7b311d64-419a-4b9e-b268-b6ab0f817fff" providerId="AD" clId="Web-{A61CA41C-4BAF-4012-AE69-62B10AF318AF}" dt="2023-09-02T01:20:48.315" v="1"/>
          <ac:spMkLst>
            <pc:docMk/>
            <pc:sldMk cId="569822374" sldId="257"/>
            <ac:spMk id="4" creationId="{F8564026-3826-0CC3-219E-7F7FAE2292D6}"/>
          </ac:spMkLst>
        </pc:spChg>
        <pc:picChg chg="add mod ord">
          <ac:chgData name="Crystian Carranco" userId="S::ccarranco@apexsystems.com::7b311d64-419a-4b9e-b268-b6ab0f817fff" providerId="AD" clId="Web-{A61CA41C-4BAF-4012-AE69-62B10AF318AF}" dt="2023-09-02T01:21:13.675" v="3"/>
          <ac:picMkLst>
            <pc:docMk/>
            <pc:sldMk cId="569822374" sldId="257"/>
            <ac:picMk id="5" creationId="{BE8ECC45-F133-3C95-BC23-7B7BBD0D013E}"/>
          </ac:picMkLst>
        </pc:picChg>
      </pc:sldChg>
    </pc:docChg>
  </pc:docChgLst>
  <pc:docChgLst>
    <pc:chgData name="Crystian Carranco" userId="S::ccarranco@apexsystems.com::7b311d64-419a-4b9e-b268-b6ab0f817fff" providerId="AD" clId="Web-{5895FC44-8D1C-9690-6311-4D4E4C671E8F}"/>
    <pc:docChg chg="modSld">
      <pc:chgData name="Crystian Carranco" userId="S::ccarranco@apexsystems.com::7b311d64-419a-4b9e-b268-b6ab0f817fff" providerId="AD" clId="Web-{5895FC44-8D1C-9690-6311-4D4E4C671E8F}" dt="2023-09-01T19:03:54.171" v="3" actId="1076"/>
      <pc:docMkLst>
        <pc:docMk/>
      </pc:docMkLst>
      <pc:sldChg chg="modSp">
        <pc:chgData name="Crystian Carranco" userId="S::ccarranco@apexsystems.com::7b311d64-419a-4b9e-b268-b6ab0f817fff" providerId="AD" clId="Web-{5895FC44-8D1C-9690-6311-4D4E4C671E8F}" dt="2023-09-01T19:03:54.171" v="3" actId="1076"/>
        <pc:sldMkLst>
          <pc:docMk/>
          <pc:sldMk cId="4238320784" sldId="262"/>
        </pc:sldMkLst>
        <pc:picChg chg="mod">
          <ac:chgData name="Crystian Carranco" userId="S::ccarranco@apexsystems.com::7b311d64-419a-4b9e-b268-b6ab0f817fff" providerId="AD" clId="Web-{5895FC44-8D1C-9690-6311-4D4E4C671E8F}" dt="2023-09-01T19:03:54.171" v="3" actId="1076"/>
          <ac:picMkLst>
            <pc:docMk/>
            <pc:sldMk cId="4238320784" sldId="262"/>
            <ac:picMk id="7" creationId="{4FD5DC11-5330-5262-7A82-D3CB3E53525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935FD3-E027-4F48-83ED-3BCC6AE89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E9256-7B3E-4DB1-8569-7F93641178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6DCB5D3D-C12B-412F-BCD2-85704B9FC75F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D04A7-99DB-4F99-A170-EFC04FE931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B65C0-9E5B-4094-ABFE-2407709354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01D1BD61-02A7-4C07-A97E-4F7BA0252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417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75216131-7224-4CC3-B34D-CF3208C365F3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69988"/>
            <a:ext cx="5619750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D0708491-E9D3-4A93-AFAA-3F10490D0A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27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E340A11-8447-925E-7C82-C9BA2CDA93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95" y="0"/>
            <a:ext cx="12214577" cy="6858000"/>
          </a:xfrm>
          <a:prstGeom prst="rect">
            <a:avLst/>
          </a:prstGeom>
        </p:spPr>
      </p:pic>
      <p:sp>
        <p:nvSpPr>
          <p:cNvPr id="7" name="Freeform 10">
            <a:extLst>
              <a:ext uri="{FF2B5EF4-FFF2-40B4-BE49-F238E27FC236}">
                <a16:creationId xmlns:a16="http://schemas.microsoft.com/office/drawing/2014/main" id="{67A65717-E8B1-FDE1-B8DD-CB91FBE99908}"/>
              </a:ext>
            </a:extLst>
          </p:cNvPr>
          <p:cNvSpPr/>
          <p:nvPr userDrawn="1"/>
        </p:nvSpPr>
        <p:spPr>
          <a:xfrm>
            <a:off x="6449932" y="2432957"/>
            <a:ext cx="5742068" cy="4425043"/>
          </a:xfrm>
          <a:custGeom>
            <a:avLst/>
            <a:gdLst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01066 w 4334933"/>
              <a:gd name="connsiteY2" fmla="*/ 4334933 h 4334933"/>
              <a:gd name="connsiteX3" fmla="*/ 4334933 w 4334933"/>
              <a:gd name="connsiteY3" fmla="*/ 0 h 4334933"/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26666 w 4334933"/>
              <a:gd name="connsiteY2" fmla="*/ 4334933 h 4334933"/>
              <a:gd name="connsiteX3" fmla="*/ 4334933 w 4334933"/>
              <a:gd name="connsiteY3" fmla="*/ 0 h 4334933"/>
              <a:gd name="connsiteX0" fmla="*/ 4327167 w 4327524"/>
              <a:gd name="connsiteY0" fmla="*/ 0 h 4334933"/>
              <a:gd name="connsiteX1" fmla="*/ 0 w 4327524"/>
              <a:gd name="connsiteY1" fmla="*/ 4334933 h 4334933"/>
              <a:gd name="connsiteX2" fmla="*/ 4326666 w 4327524"/>
              <a:gd name="connsiteY2" fmla="*/ 4334933 h 4334933"/>
              <a:gd name="connsiteX3" fmla="*/ 4327167 w 4327524"/>
              <a:gd name="connsiteY3" fmla="*/ 0 h 4334933"/>
              <a:gd name="connsiteX0" fmla="*/ 4327167 w 4327524"/>
              <a:gd name="connsiteY0" fmla="*/ 0 h 4339987"/>
              <a:gd name="connsiteX1" fmla="*/ 0 w 4327524"/>
              <a:gd name="connsiteY1" fmla="*/ 4339987 h 4339987"/>
              <a:gd name="connsiteX2" fmla="*/ 4326666 w 4327524"/>
              <a:gd name="connsiteY2" fmla="*/ 4339987 h 4339987"/>
              <a:gd name="connsiteX3" fmla="*/ 4327167 w 4327524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26666 w 4333178"/>
              <a:gd name="connsiteY2" fmla="*/ 4339987 h 4339987"/>
              <a:gd name="connsiteX3" fmla="*/ 4333178 w 4333178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31174 w 4333178"/>
              <a:gd name="connsiteY2" fmla="*/ 4339987 h 4339987"/>
              <a:gd name="connsiteX3" fmla="*/ 4333178 w 4333178"/>
              <a:gd name="connsiteY3" fmla="*/ 0 h 433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3178" h="4339987">
                <a:moveTo>
                  <a:pt x="4333178" y="0"/>
                </a:moveTo>
                <a:lnTo>
                  <a:pt x="0" y="4339987"/>
                </a:lnTo>
                <a:lnTo>
                  <a:pt x="4331174" y="4339987"/>
                </a:lnTo>
                <a:cubicBezTo>
                  <a:pt x="4333930" y="2895009"/>
                  <a:pt x="4330422" y="1444978"/>
                  <a:pt x="4333178" y="0"/>
                </a:cubicBez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09DB0B16-4247-560B-7754-7C91CECACF08}"/>
              </a:ext>
            </a:extLst>
          </p:cNvPr>
          <p:cNvSpPr/>
          <p:nvPr userDrawn="1"/>
        </p:nvSpPr>
        <p:spPr>
          <a:xfrm>
            <a:off x="-29062" y="1"/>
            <a:ext cx="11087611" cy="6858000"/>
          </a:xfrm>
          <a:custGeom>
            <a:avLst/>
            <a:gdLst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405467 w 8271933"/>
              <a:gd name="connsiteY3" fmla="*/ 8467 h 6874933"/>
              <a:gd name="connsiteX4" fmla="*/ 0 w 8271933"/>
              <a:gd name="connsiteY4" fmla="*/ 0 h 6874933"/>
              <a:gd name="connsiteX0" fmla="*/ 0 w 8271933"/>
              <a:gd name="connsiteY0" fmla="*/ 1833 h 6876766"/>
              <a:gd name="connsiteX1" fmla="*/ 0 w 8271933"/>
              <a:gd name="connsiteY1" fmla="*/ 6876766 h 6876766"/>
              <a:gd name="connsiteX2" fmla="*/ 8271933 w 8271933"/>
              <a:gd name="connsiteY2" fmla="*/ 6876766 h 6876766"/>
              <a:gd name="connsiteX3" fmla="*/ 1397762 w 8271933"/>
              <a:gd name="connsiteY3" fmla="*/ 0 h 6876766"/>
              <a:gd name="connsiteX4" fmla="*/ 0 w 8271933"/>
              <a:gd name="connsiteY4" fmla="*/ 1833 h 6876766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315708"/>
              <a:gd name="connsiteY0" fmla="*/ 0 h 6874933"/>
              <a:gd name="connsiteX1" fmla="*/ 0 w 8315708"/>
              <a:gd name="connsiteY1" fmla="*/ 6874933 h 6874933"/>
              <a:gd name="connsiteX2" fmla="*/ 8315708 w 8315708"/>
              <a:gd name="connsiteY2" fmla="*/ 6874933 h 6874933"/>
              <a:gd name="connsiteX3" fmla="*/ 1394780 w 8315708"/>
              <a:gd name="connsiteY3" fmla="*/ 2153 h 6874933"/>
              <a:gd name="connsiteX4" fmla="*/ 0 w 8315708"/>
              <a:gd name="connsiteY4" fmla="*/ 0 h 687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708" h="6874933">
                <a:moveTo>
                  <a:pt x="0" y="0"/>
                </a:moveTo>
                <a:lnTo>
                  <a:pt x="0" y="6874933"/>
                </a:lnTo>
                <a:lnTo>
                  <a:pt x="8315708" y="6874933"/>
                </a:lnTo>
                <a:lnTo>
                  <a:pt x="1394780" y="215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818EAFE-3667-E73A-BB2C-86CAF85E02D2}"/>
              </a:ext>
            </a:extLst>
          </p:cNvPr>
          <p:cNvSpPr/>
          <p:nvPr userDrawn="1"/>
        </p:nvSpPr>
        <p:spPr>
          <a:xfrm>
            <a:off x="6454706" y="5138579"/>
            <a:ext cx="4549421" cy="1719422"/>
          </a:xfrm>
          <a:prstGeom prst="triangle">
            <a:avLst>
              <a:gd name="adj" fmla="val 49551"/>
            </a:avLst>
          </a:prstGeom>
          <a:solidFill>
            <a:srgbClr val="9FE2D8"/>
          </a:solidFill>
          <a:ln>
            <a:solidFill>
              <a:srgbClr val="9FE2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AC93C2-B91F-3062-A53C-F2EB09A0F2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238" y="4849978"/>
            <a:ext cx="2149826" cy="50315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3C2C29-5B3A-3020-096F-099096E32E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317" y="4565282"/>
            <a:ext cx="6400800" cy="6650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  <a:lvl2pPr>
              <a:defRPr sz="3200" b="1">
                <a:solidFill>
                  <a:schemeClr val="bg2"/>
                </a:solidFill>
              </a:defRPr>
            </a:lvl2pPr>
            <a:lvl3pPr>
              <a:defRPr sz="3200" b="1">
                <a:solidFill>
                  <a:schemeClr val="bg2"/>
                </a:solidFill>
              </a:defRPr>
            </a:lvl3pPr>
            <a:lvl4pPr>
              <a:defRPr sz="3200" b="1">
                <a:solidFill>
                  <a:schemeClr val="bg2"/>
                </a:solidFill>
              </a:defRPr>
            </a:lvl4pPr>
            <a:lvl5pPr>
              <a:defRPr sz="3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54796A-6007-337C-D2CE-D6A1B66EEA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249862"/>
            <a:ext cx="2743200" cy="4159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287577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4EC4728-6ED7-31A8-5BF4-3AA4BB7675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F8179D06-774A-DF09-44F6-3C41AB983DB2}"/>
              </a:ext>
            </a:extLst>
          </p:cNvPr>
          <p:cNvSpPr/>
          <p:nvPr userDrawn="1"/>
        </p:nvSpPr>
        <p:spPr>
          <a:xfrm>
            <a:off x="6449932" y="2432957"/>
            <a:ext cx="5742068" cy="4425043"/>
          </a:xfrm>
          <a:custGeom>
            <a:avLst/>
            <a:gdLst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01066 w 4334933"/>
              <a:gd name="connsiteY2" fmla="*/ 4334933 h 4334933"/>
              <a:gd name="connsiteX3" fmla="*/ 4334933 w 4334933"/>
              <a:gd name="connsiteY3" fmla="*/ 0 h 4334933"/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26666 w 4334933"/>
              <a:gd name="connsiteY2" fmla="*/ 4334933 h 4334933"/>
              <a:gd name="connsiteX3" fmla="*/ 4334933 w 4334933"/>
              <a:gd name="connsiteY3" fmla="*/ 0 h 4334933"/>
              <a:gd name="connsiteX0" fmla="*/ 4327167 w 4327524"/>
              <a:gd name="connsiteY0" fmla="*/ 0 h 4334933"/>
              <a:gd name="connsiteX1" fmla="*/ 0 w 4327524"/>
              <a:gd name="connsiteY1" fmla="*/ 4334933 h 4334933"/>
              <a:gd name="connsiteX2" fmla="*/ 4326666 w 4327524"/>
              <a:gd name="connsiteY2" fmla="*/ 4334933 h 4334933"/>
              <a:gd name="connsiteX3" fmla="*/ 4327167 w 4327524"/>
              <a:gd name="connsiteY3" fmla="*/ 0 h 4334933"/>
              <a:gd name="connsiteX0" fmla="*/ 4327167 w 4327524"/>
              <a:gd name="connsiteY0" fmla="*/ 0 h 4339987"/>
              <a:gd name="connsiteX1" fmla="*/ 0 w 4327524"/>
              <a:gd name="connsiteY1" fmla="*/ 4339987 h 4339987"/>
              <a:gd name="connsiteX2" fmla="*/ 4326666 w 4327524"/>
              <a:gd name="connsiteY2" fmla="*/ 4339987 h 4339987"/>
              <a:gd name="connsiteX3" fmla="*/ 4327167 w 4327524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26666 w 4333178"/>
              <a:gd name="connsiteY2" fmla="*/ 4339987 h 4339987"/>
              <a:gd name="connsiteX3" fmla="*/ 4333178 w 4333178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31174 w 4333178"/>
              <a:gd name="connsiteY2" fmla="*/ 4339987 h 4339987"/>
              <a:gd name="connsiteX3" fmla="*/ 4333178 w 4333178"/>
              <a:gd name="connsiteY3" fmla="*/ 0 h 433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3178" h="4339987">
                <a:moveTo>
                  <a:pt x="4333178" y="0"/>
                </a:moveTo>
                <a:lnTo>
                  <a:pt x="0" y="4339987"/>
                </a:lnTo>
                <a:lnTo>
                  <a:pt x="4331174" y="4339987"/>
                </a:lnTo>
                <a:cubicBezTo>
                  <a:pt x="4333930" y="2895009"/>
                  <a:pt x="4330422" y="1444978"/>
                  <a:pt x="4333178" y="0"/>
                </a:cubicBez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5F1EDE86-0716-848A-E431-94312D5A5DA6}"/>
              </a:ext>
            </a:extLst>
          </p:cNvPr>
          <p:cNvSpPr/>
          <p:nvPr userDrawn="1"/>
        </p:nvSpPr>
        <p:spPr>
          <a:xfrm>
            <a:off x="-29062" y="1"/>
            <a:ext cx="11087611" cy="6858000"/>
          </a:xfrm>
          <a:custGeom>
            <a:avLst/>
            <a:gdLst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405467 w 8271933"/>
              <a:gd name="connsiteY3" fmla="*/ 8467 h 6874933"/>
              <a:gd name="connsiteX4" fmla="*/ 0 w 8271933"/>
              <a:gd name="connsiteY4" fmla="*/ 0 h 6874933"/>
              <a:gd name="connsiteX0" fmla="*/ 0 w 8271933"/>
              <a:gd name="connsiteY0" fmla="*/ 1833 h 6876766"/>
              <a:gd name="connsiteX1" fmla="*/ 0 w 8271933"/>
              <a:gd name="connsiteY1" fmla="*/ 6876766 h 6876766"/>
              <a:gd name="connsiteX2" fmla="*/ 8271933 w 8271933"/>
              <a:gd name="connsiteY2" fmla="*/ 6876766 h 6876766"/>
              <a:gd name="connsiteX3" fmla="*/ 1397762 w 8271933"/>
              <a:gd name="connsiteY3" fmla="*/ 0 h 6876766"/>
              <a:gd name="connsiteX4" fmla="*/ 0 w 8271933"/>
              <a:gd name="connsiteY4" fmla="*/ 1833 h 6876766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315708"/>
              <a:gd name="connsiteY0" fmla="*/ 0 h 6874933"/>
              <a:gd name="connsiteX1" fmla="*/ 0 w 8315708"/>
              <a:gd name="connsiteY1" fmla="*/ 6874933 h 6874933"/>
              <a:gd name="connsiteX2" fmla="*/ 8315708 w 8315708"/>
              <a:gd name="connsiteY2" fmla="*/ 6874933 h 6874933"/>
              <a:gd name="connsiteX3" fmla="*/ 1394780 w 8315708"/>
              <a:gd name="connsiteY3" fmla="*/ 2153 h 6874933"/>
              <a:gd name="connsiteX4" fmla="*/ 0 w 8315708"/>
              <a:gd name="connsiteY4" fmla="*/ 0 h 687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708" h="6874933">
                <a:moveTo>
                  <a:pt x="0" y="0"/>
                </a:moveTo>
                <a:lnTo>
                  <a:pt x="0" y="6874933"/>
                </a:lnTo>
                <a:lnTo>
                  <a:pt x="8315708" y="6874933"/>
                </a:lnTo>
                <a:lnTo>
                  <a:pt x="1394780" y="215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9836A2B-1FEA-6496-0BA9-729E0E8D8803}"/>
              </a:ext>
            </a:extLst>
          </p:cNvPr>
          <p:cNvSpPr/>
          <p:nvPr userDrawn="1"/>
        </p:nvSpPr>
        <p:spPr>
          <a:xfrm>
            <a:off x="6454706" y="5138579"/>
            <a:ext cx="4549421" cy="1719422"/>
          </a:xfrm>
          <a:prstGeom prst="triangle">
            <a:avLst>
              <a:gd name="adj" fmla="val 49551"/>
            </a:avLst>
          </a:prstGeom>
          <a:solidFill>
            <a:srgbClr val="9FE2D8"/>
          </a:solidFill>
          <a:ln>
            <a:solidFill>
              <a:srgbClr val="9FE2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CBEC5-5C40-F825-59FE-4B050998AD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238" y="4849978"/>
            <a:ext cx="2149826" cy="50315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3C2C29-5B3A-3020-096F-099096E32E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317" y="4565282"/>
            <a:ext cx="6400800" cy="6650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  <a:lvl2pPr>
              <a:defRPr sz="3200" b="1">
                <a:solidFill>
                  <a:schemeClr val="bg2"/>
                </a:solidFill>
              </a:defRPr>
            </a:lvl2pPr>
            <a:lvl3pPr>
              <a:defRPr sz="3200" b="1">
                <a:solidFill>
                  <a:schemeClr val="bg2"/>
                </a:solidFill>
              </a:defRPr>
            </a:lvl3pPr>
            <a:lvl4pPr>
              <a:defRPr sz="3200" b="1">
                <a:solidFill>
                  <a:schemeClr val="bg2"/>
                </a:solidFill>
              </a:defRPr>
            </a:lvl4pPr>
            <a:lvl5pPr>
              <a:defRPr sz="3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54796A-6007-337C-D2CE-D6A1B66EEA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249862"/>
            <a:ext cx="2743200" cy="4159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3245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>
            <a:extLst>
              <a:ext uri="{FF2B5EF4-FFF2-40B4-BE49-F238E27FC236}">
                <a16:creationId xmlns:a16="http://schemas.microsoft.com/office/drawing/2014/main" id="{F8179D06-774A-DF09-44F6-3C41AB983DB2}"/>
              </a:ext>
            </a:extLst>
          </p:cNvPr>
          <p:cNvSpPr/>
          <p:nvPr userDrawn="1"/>
        </p:nvSpPr>
        <p:spPr>
          <a:xfrm>
            <a:off x="6449931" y="2416629"/>
            <a:ext cx="5743429" cy="4441371"/>
          </a:xfrm>
          <a:custGeom>
            <a:avLst/>
            <a:gdLst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01066 w 4334933"/>
              <a:gd name="connsiteY2" fmla="*/ 4334933 h 4334933"/>
              <a:gd name="connsiteX3" fmla="*/ 4334933 w 4334933"/>
              <a:gd name="connsiteY3" fmla="*/ 0 h 4334933"/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26666 w 4334933"/>
              <a:gd name="connsiteY2" fmla="*/ 4334933 h 4334933"/>
              <a:gd name="connsiteX3" fmla="*/ 4334933 w 4334933"/>
              <a:gd name="connsiteY3" fmla="*/ 0 h 4334933"/>
              <a:gd name="connsiteX0" fmla="*/ 4327167 w 4327524"/>
              <a:gd name="connsiteY0" fmla="*/ 0 h 4334933"/>
              <a:gd name="connsiteX1" fmla="*/ 0 w 4327524"/>
              <a:gd name="connsiteY1" fmla="*/ 4334933 h 4334933"/>
              <a:gd name="connsiteX2" fmla="*/ 4326666 w 4327524"/>
              <a:gd name="connsiteY2" fmla="*/ 4334933 h 4334933"/>
              <a:gd name="connsiteX3" fmla="*/ 4327167 w 4327524"/>
              <a:gd name="connsiteY3" fmla="*/ 0 h 4334933"/>
              <a:gd name="connsiteX0" fmla="*/ 4327167 w 4327524"/>
              <a:gd name="connsiteY0" fmla="*/ 0 h 4339987"/>
              <a:gd name="connsiteX1" fmla="*/ 0 w 4327524"/>
              <a:gd name="connsiteY1" fmla="*/ 4339987 h 4339987"/>
              <a:gd name="connsiteX2" fmla="*/ 4326666 w 4327524"/>
              <a:gd name="connsiteY2" fmla="*/ 4339987 h 4339987"/>
              <a:gd name="connsiteX3" fmla="*/ 4327167 w 4327524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26666 w 4333178"/>
              <a:gd name="connsiteY2" fmla="*/ 4339987 h 4339987"/>
              <a:gd name="connsiteX3" fmla="*/ 4333178 w 4333178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31174 w 4333178"/>
              <a:gd name="connsiteY2" fmla="*/ 4339987 h 4339987"/>
              <a:gd name="connsiteX3" fmla="*/ 4333178 w 4333178"/>
              <a:gd name="connsiteY3" fmla="*/ 0 h 433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3178" h="4339987">
                <a:moveTo>
                  <a:pt x="4333178" y="0"/>
                </a:moveTo>
                <a:lnTo>
                  <a:pt x="0" y="4339987"/>
                </a:lnTo>
                <a:lnTo>
                  <a:pt x="4331174" y="4339987"/>
                </a:lnTo>
                <a:cubicBezTo>
                  <a:pt x="4333930" y="2895009"/>
                  <a:pt x="4330422" y="1444978"/>
                  <a:pt x="4333178" y="0"/>
                </a:cubicBez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5F1EDE86-0716-848A-E431-94312D5A5DA6}"/>
              </a:ext>
            </a:extLst>
          </p:cNvPr>
          <p:cNvSpPr/>
          <p:nvPr userDrawn="1"/>
        </p:nvSpPr>
        <p:spPr>
          <a:xfrm>
            <a:off x="-29062" y="1"/>
            <a:ext cx="11087611" cy="6858000"/>
          </a:xfrm>
          <a:custGeom>
            <a:avLst/>
            <a:gdLst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405467 w 8271933"/>
              <a:gd name="connsiteY3" fmla="*/ 8467 h 6874933"/>
              <a:gd name="connsiteX4" fmla="*/ 0 w 8271933"/>
              <a:gd name="connsiteY4" fmla="*/ 0 h 6874933"/>
              <a:gd name="connsiteX0" fmla="*/ 0 w 8271933"/>
              <a:gd name="connsiteY0" fmla="*/ 1833 h 6876766"/>
              <a:gd name="connsiteX1" fmla="*/ 0 w 8271933"/>
              <a:gd name="connsiteY1" fmla="*/ 6876766 h 6876766"/>
              <a:gd name="connsiteX2" fmla="*/ 8271933 w 8271933"/>
              <a:gd name="connsiteY2" fmla="*/ 6876766 h 6876766"/>
              <a:gd name="connsiteX3" fmla="*/ 1397762 w 8271933"/>
              <a:gd name="connsiteY3" fmla="*/ 0 h 6876766"/>
              <a:gd name="connsiteX4" fmla="*/ 0 w 8271933"/>
              <a:gd name="connsiteY4" fmla="*/ 1833 h 6876766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315708"/>
              <a:gd name="connsiteY0" fmla="*/ 0 h 6874933"/>
              <a:gd name="connsiteX1" fmla="*/ 0 w 8315708"/>
              <a:gd name="connsiteY1" fmla="*/ 6874933 h 6874933"/>
              <a:gd name="connsiteX2" fmla="*/ 8315708 w 8315708"/>
              <a:gd name="connsiteY2" fmla="*/ 6874933 h 6874933"/>
              <a:gd name="connsiteX3" fmla="*/ 1394780 w 8315708"/>
              <a:gd name="connsiteY3" fmla="*/ 2153 h 6874933"/>
              <a:gd name="connsiteX4" fmla="*/ 0 w 8315708"/>
              <a:gd name="connsiteY4" fmla="*/ 0 h 687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708" h="6874933">
                <a:moveTo>
                  <a:pt x="0" y="0"/>
                </a:moveTo>
                <a:lnTo>
                  <a:pt x="0" y="6874933"/>
                </a:lnTo>
                <a:lnTo>
                  <a:pt x="8315708" y="6874933"/>
                </a:lnTo>
                <a:lnTo>
                  <a:pt x="1394780" y="215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9836A2B-1FEA-6496-0BA9-729E0E8D8803}"/>
              </a:ext>
            </a:extLst>
          </p:cNvPr>
          <p:cNvSpPr/>
          <p:nvPr userDrawn="1"/>
        </p:nvSpPr>
        <p:spPr>
          <a:xfrm>
            <a:off x="6454706" y="5138579"/>
            <a:ext cx="4549421" cy="1719422"/>
          </a:xfrm>
          <a:prstGeom prst="triangle">
            <a:avLst>
              <a:gd name="adj" fmla="val 49551"/>
            </a:avLst>
          </a:prstGeom>
          <a:solidFill>
            <a:srgbClr val="9FE2D8"/>
          </a:solidFill>
          <a:ln>
            <a:solidFill>
              <a:srgbClr val="9FE2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CBEC5-5C40-F825-59FE-4B050998AD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238" y="4849978"/>
            <a:ext cx="2149826" cy="50315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3C2C29-5B3A-3020-096F-099096E32E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317" y="4565282"/>
            <a:ext cx="6400800" cy="6650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  <a:lvl2pPr>
              <a:defRPr sz="3200" b="1">
                <a:solidFill>
                  <a:schemeClr val="bg2"/>
                </a:solidFill>
              </a:defRPr>
            </a:lvl2pPr>
            <a:lvl3pPr>
              <a:defRPr sz="3200" b="1">
                <a:solidFill>
                  <a:schemeClr val="bg2"/>
                </a:solidFill>
              </a:defRPr>
            </a:lvl3pPr>
            <a:lvl4pPr>
              <a:defRPr sz="3200" b="1">
                <a:solidFill>
                  <a:schemeClr val="bg2"/>
                </a:solidFill>
              </a:defRPr>
            </a:lvl4pPr>
            <a:lvl5pPr>
              <a:defRPr sz="3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54796A-6007-337C-D2CE-D6A1B66EEA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249862"/>
            <a:ext cx="2743200" cy="4159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206997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838200" y="1063786"/>
            <a:ext cx="10515600" cy="5265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3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200150" indent="-285750"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First line of text, Arial 18</a:t>
            </a:r>
          </a:p>
          <a:p>
            <a:pPr lvl="1"/>
            <a:r>
              <a:rPr lang="en-US"/>
              <a:t>First bullet, Arial 16</a:t>
            </a:r>
          </a:p>
          <a:p>
            <a:pPr lvl="2"/>
            <a:r>
              <a:rPr lang="en-US"/>
              <a:t>Second bullet, Arial 14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397816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6197600" y="1751886"/>
            <a:ext cx="5156200" cy="4577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838200" y="1751887"/>
            <a:ext cx="5156200" cy="4577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3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3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67097"/>
            <a:ext cx="5156200" cy="50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197600" y="1067096"/>
            <a:ext cx="5156200" cy="50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52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6197600" y="1063785"/>
            <a:ext cx="5156200" cy="5265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838200" y="1063786"/>
            <a:ext cx="5156200" cy="5265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9043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Top Smart Ar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838200" y="2357216"/>
            <a:ext cx="10515600" cy="39718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060587"/>
            <a:ext cx="10515600" cy="1204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55555"/>
                </a:solidFill>
              </a:defRPr>
            </a:lvl2pPr>
            <a:lvl3pPr>
              <a:defRPr>
                <a:solidFill>
                  <a:srgbClr val="555555"/>
                </a:solidFill>
              </a:defRPr>
            </a:lvl3pPr>
            <a:lvl4pPr>
              <a:defRPr>
                <a:solidFill>
                  <a:srgbClr val="555555"/>
                </a:solidFill>
              </a:defRPr>
            </a:lvl4pPr>
            <a:lvl5pPr>
              <a:defRPr>
                <a:solidFill>
                  <a:srgbClr val="555555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496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838200" y="1060588"/>
            <a:ext cx="10515600" cy="2820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3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838200" y="4055534"/>
            <a:ext cx="10515600" cy="2273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6151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aption on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838200" y="1060588"/>
            <a:ext cx="10515600" cy="4127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838200" y="5341122"/>
            <a:ext cx="10515600" cy="987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2pPr>
            <a:lvl3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3pPr>
            <a:lvl4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4pPr>
            <a:lvl5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686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>
            <a:spLocks noGrp="1"/>
          </p:cNvSpPr>
          <p:nvPr>
            <p:ph sz="quarter" idx="20" hasCustomPrompt="1"/>
          </p:nvPr>
        </p:nvSpPr>
        <p:spPr>
          <a:xfrm>
            <a:off x="838196" y="3778394"/>
            <a:ext cx="5156200" cy="25357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16" name="Content Placeholder 4"/>
          <p:cNvSpPr>
            <a:spLocks noGrp="1"/>
          </p:cNvSpPr>
          <p:nvPr>
            <p:ph sz="quarter" idx="21" hasCustomPrompt="1"/>
          </p:nvPr>
        </p:nvSpPr>
        <p:spPr>
          <a:xfrm>
            <a:off x="6197596" y="3778393"/>
            <a:ext cx="5156200" cy="25357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838200" y="1060588"/>
            <a:ext cx="5156200" cy="25357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6197596" y="1060587"/>
            <a:ext cx="5156200" cy="25357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>
              <a:buClr>
                <a:schemeClr val="accent2"/>
              </a:buClr>
              <a:buFont typeface="Wingdings" panose="05000000000000000000" pitchFamily="2" charset="2"/>
              <a:buChar char="§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marL="742950" lvl="1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200150" lvl="2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25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Smart Art, Thre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38201" y="4606184"/>
            <a:ext cx="2648484" cy="1716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2pPr>
            <a:lvl3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3pPr>
            <a:lvl4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4pPr>
            <a:lvl5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771758" y="4606184"/>
            <a:ext cx="2648484" cy="1716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2pPr>
            <a:lvl3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3pPr>
            <a:lvl4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4pPr>
            <a:lvl5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8705315" y="4606184"/>
            <a:ext cx="2648484" cy="1716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2pPr>
            <a:lvl3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3pPr>
            <a:lvl4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4pPr>
            <a:lvl5pPr>
              <a:defRPr>
                <a:solidFill>
                  <a:srgbClr val="555555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060586"/>
            <a:ext cx="10515600" cy="1119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1250"/>
            <a:ext cx="10515600" cy="455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846666" y="2419964"/>
            <a:ext cx="10507133" cy="1862138"/>
          </a:xfrm>
          <a:prstGeom prst="rect">
            <a:avLst/>
          </a:prstGeom>
        </p:spPr>
        <p:txBody>
          <a:bodyPr/>
          <a:lstStyle>
            <a:lvl1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270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i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AF62A88-FCA4-796D-1489-889CF807BBD2}"/>
              </a:ext>
            </a:extLst>
          </p:cNvPr>
          <p:cNvSpPr/>
          <p:nvPr userDrawn="1"/>
        </p:nvSpPr>
        <p:spPr>
          <a:xfrm>
            <a:off x="4545231" y="1265147"/>
            <a:ext cx="1076356" cy="10763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F1E416-1A61-7068-1511-A0DB0CDACA24}"/>
              </a:ext>
            </a:extLst>
          </p:cNvPr>
          <p:cNvSpPr/>
          <p:nvPr userDrawn="1"/>
        </p:nvSpPr>
        <p:spPr>
          <a:xfrm>
            <a:off x="921963" y="1265147"/>
            <a:ext cx="1076356" cy="1076356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59D01EF-30FA-520A-4AEA-C1792F08313F}"/>
              </a:ext>
            </a:extLst>
          </p:cNvPr>
          <p:cNvSpPr/>
          <p:nvPr userDrawn="1"/>
        </p:nvSpPr>
        <p:spPr>
          <a:xfrm>
            <a:off x="8167887" y="1261669"/>
            <a:ext cx="1076356" cy="10763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842B94-68F5-B67C-7838-82DC3D2098FB}"/>
              </a:ext>
            </a:extLst>
          </p:cNvPr>
          <p:cNvCxnSpPr>
            <a:cxnSpLocks/>
            <a:endCxn id="17" idx="0"/>
          </p:cNvCxnSpPr>
          <p:nvPr userDrawn="1"/>
        </p:nvCxnSpPr>
        <p:spPr>
          <a:xfrm>
            <a:off x="8481269" y="2207045"/>
            <a:ext cx="6110" cy="3705936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A6152E-4179-7782-9003-F05E3230694D}"/>
              </a:ext>
            </a:extLst>
          </p:cNvPr>
          <p:cNvCxnSpPr/>
          <p:nvPr userDrawn="1"/>
        </p:nvCxnSpPr>
        <p:spPr>
          <a:xfrm>
            <a:off x="1172587" y="2180122"/>
            <a:ext cx="0" cy="3843428"/>
          </a:xfrm>
          <a:prstGeom prst="line">
            <a:avLst/>
          </a:prstGeom>
          <a:noFill/>
          <a:ln w="12700" cap="flat" cmpd="sng" algn="ctr">
            <a:solidFill>
              <a:srgbClr val="37B3A2"/>
            </a:solidFill>
            <a:prstDash val="sysDash"/>
            <a:miter lim="800000"/>
          </a:ln>
          <a:effectLst/>
        </p:spPr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3B001C89-AF3A-E665-0BA5-EDD9024D489D}"/>
              </a:ext>
            </a:extLst>
          </p:cNvPr>
          <p:cNvSpPr/>
          <p:nvPr userDrawn="1"/>
        </p:nvSpPr>
        <p:spPr>
          <a:xfrm>
            <a:off x="1105227" y="2784098"/>
            <a:ext cx="137160" cy="135488"/>
          </a:xfrm>
          <a:prstGeom prst="diamond">
            <a:avLst/>
          </a:prstGeom>
          <a:solidFill>
            <a:srgbClr val="37B3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78957E4-9163-DCBF-8EE1-1388179C7D2C}"/>
              </a:ext>
            </a:extLst>
          </p:cNvPr>
          <p:cNvSpPr/>
          <p:nvPr userDrawn="1"/>
        </p:nvSpPr>
        <p:spPr>
          <a:xfrm>
            <a:off x="1105227" y="4289730"/>
            <a:ext cx="137160" cy="135488"/>
          </a:xfrm>
          <a:prstGeom prst="diamond">
            <a:avLst/>
          </a:prstGeom>
          <a:solidFill>
            <a:srgbClr val="37B3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55C597A-24FA-B08A-DA55-2C45CCD86719}"/>
              </a:ext>
            </a:extLst>
          </p:cNvPr>
          <p:cNvSpPr/>
          <p:nvPr userDrawn="1"/>
        </p:nvSpPr>
        <p:spPr>
          <a:xfrm>
            <a:off x="1105227" y="5914779"/>
            <a:ext cx="137160" cy="135488"/>
          </a:xfrm>
          <a:prstGeom prst="diamond">
            <a:avLst/>
          </a:prstGeom>
          <a:solidFill>
            <a:srgbClr val="37B3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5522D6-B481-41F5-FF58-0E090D42DCF2}"/>
              </a:ext>
            </a:extLst>
          </p:cNvPr>
          <p:cNvCxnSpPr/>
          <p:nvPr userDrawn="1"/>
        </p:nvCxnSpPr>
        <p:spPr>
          <a:xfrm>
            <a:off x="4824265" y="2182248"/>
            <a:ext cx="0" cy="3850001"/>
          </a:xfrm>
          <a:prstGeom prst="line">
            <a:avLst/>
          </a:prstGeom>
          <a:noFill/>
          <a:ln w="12700" cap="flat" cmpd="sng" algn="ctr">
            <a:solidFill>
              <a:srgbClr val="44546A"/>
            </a:solidFill>
            <a:prstDash val="sysDash"/>
            <a:miter lim="800000"/>
          </a:ln>
          <a:effectLst/>
        </p:spPr>
      </p:cxnSp>
      <p:sp>
        <p:nvSpPr>
          <p:cNvPr id="11" name="Diamond 10">
            <a:extLst>
              <a:ext uri="{FF2B5EF4-FFF2-40B4-BE49-F238E27FC236}">
                <a16:creationId xmlns:a16="http://schemas.microsoft.com/office/drawing/2014/main" id="{ACDBF14F-7542-07C8-DE90-54E369CD42B2}"/>
              </a:ext>
            </a:extLst>
          </p:cNvPr>
          <p:cNvSpPr/>
          <p:nvPr userDrawn="1"/>
        </p:nvSpPr>
        <p:spPr>
          <a:xfrm>
            <a:off x="4756905" y="2785636"/>
            <a:ext cx="137160" cy="135488"/>
          </a:xfrm>
          <a:prstGeom prst="diamond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A1F269C-29E2-BB52-D696-14F7BF4A62D5}"/>
              </a:ext>
            </a:extLst>
          </p:cNvPr>
          <p:cNvSpPr/>
          <p:nvPr userDrawn="1"/>
        </p:nvSpPr>
        <p:spPr>
          <a:xfrm>
            <a:off x="4756905" y="4289730"/>
            <a:ext cx="137160" cy="135488"/>
          </a:xfrm>
          <a:prstGeom prst="diamond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13EA2DF-F453-90A4-2EE4-0D1FCD033B6A}"/>
              </a:ext>
            </a:extLst>
          </p:cNvPr>
          <p:cNvSpPr/>
          <p:nvPr userDrawn="1"/>
        </p:nvSpPr>
        <p:spPr>
          <a:xfrm>
            <a:off x="4756905" y="5912981"/>
            <a:ext cx="137160" cy="135488"/>
          </a:xfrm>
          <a:prstGeom prst="diamond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837AC767-3732-70A2-1136-202A59F5747F}"/>
              </a:ext>
            </a:extLst>
          </p:cNvPr>
          <p:cNvSpPr/>
          <p:nvPr userDrawn="1"/>
        </p:nvSpPr>
        <p:spPr>
          <a:xfrm>
            <a:off x="8418799" y="2785636"/>
            <a:ext cx="137160" cy="135488"/>
          </a:xfrm>
          <a:prstGeom prst="diamond">
            <a:avLst/>
          </a:prstGeom>
          <a:solidFill>
            <a:srgbClr val="EE9F2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A7BF7254-8E5B-C89D-04CA-8C6CC3124863}"/>
              </a:ext>
            </a:extLst>
          </p:cNvPr>
          <p:cNvSpPr/>
          <p:nvPr userDrawn="1"/>
        </p:nvSpPr>
        <p:spPr>
          <a:xfrm>
            <a:off x="8418799" y="4289730"/>
            <a:ext cx="137160" cy="135488"/>
          </a:xfrm>
          <a:prstGeom prst="diamond">
            <a:avLst/>
          </a:prstGeom>
          <a:solidFill>
            <a:srgbClr val="EE9F2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630546DC-A0A8-71DF-86D8-849D58B83A8C}"/>
              </a:ext>
            </a:extLst>
          </p:cNvPr>
          <p:cNvSpPr/>
          <p:nvPr userDrawn="1"/>
        </p:nvSpPr>
        <p:spPr>
          <a:xfrm>
            <a:off x="8418799" y="5912981"/>
            <a:ext cx="137160" cy="135488"/>
          </a:xfrm>
          <a:prstGeom prst="diamond">
            <a:avLst/>
          </a:prstGeom>
          <a:solidFill>
            <a:srgbClr val="EE9F2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71E9E37-4601-E57A-64B0-FFB632428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193"/>
            <a:ext cx="10515600" cy="45527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A0D5C1F-579F-B3AA-09E5-F6DFD20882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3257" y="1433942"/>
            <a:ext cx="1801397" cy="842963"/>
          </a:xfrm>
          <a:prstGeom prst="rect">
            <a:avLst/>
          </a:prstGeom>
        </p:spPr>
        <p:txBody>
          <a:bodyPr anchor="ctr"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accent4"/>
                </a:solidFill>
              </a:defRPr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E9F2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Case Study Title</a:t>
            </a:r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88F65BD-337C-A386-A4F4-9AAE3339E4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2717" y="1433940"/>
            <a:ext cx="1801283" cy="8429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baseline="0"/>
            </a:lvl1pPr>
          </a:lstStyle>
          <a:p>
            <a:pPr lvl="0"/>
            <a:r>
              <a:rPr lang="en-US" b="1"/>
              <a:t>Case Study Title</a:t>
            </a:r>
            <a:endParaRPr lang="en-US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D0EBF2A-122B-760A-E1DD-5EE92F7285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85905" y="1433940"/>
            <a:ext cx="1801283" cy="8429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/>
              <a:t>Case Study Title</a:t>
            </a:r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C4B90EB-9400-E57A-5B73-780105FA4D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4916" y="2786255"/>
            <a:ext cx="2694517" cy="1348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D2B705-99FE-3EF9-6FD5-5C79DE7D56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4917" y="4288942"/>
            <a:ext cx="2690169" cy="1610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77F1914-6AFA-4BD4-54C4-718612D552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9031" y="2786255"/>
            <a:ext cx="2694517" cy="1348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3E9562E-6D3E-892D-7C89-A34608C146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9031" y="4288942"/>
            <a:ext cx="2694517" cy="1610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Picture Placeholder 42">
            <a:extLst>
              <a:ext uri="{FF2B5EF4-FFF2-40B4-BE49-F238E27FC236}">
                <a16:creationId xmlns:a16="http://schemas.microsoft.com/office/drawing/2014/main" id="{E21AB1FF-6A35-1475-88FA-C189331A3EC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09549" y="1469569"/>
            <a:ext cx="890016" cy="66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0" name="Picture Placeholder 42">
            <a:extLst>
              <a:ext uri="{FF2B5EF4-FFF2-40B4-BE49-F238E27FC236}">
                <a16:creationId xmlns:a16="http://schemas.microsoft.com/office/drawing/2014/main" id="{338894BF-6259-B903-5EA6-2BE7D6B5C05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42403" y="1469569"/>
            <a:ext cx="890016" cy="66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F3D6167C-7669-25E6-9E18-31C097FD381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256901" y="1469569"/>
            <a:ext cx="890016" cy="66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797F1A16-952C-086B-6612-75DFAF1F46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7912" y="2788009"/>
            <a:ext cx="2694517" cy="1348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4C20B923-602A-5525-3B55-A2BDBF56DE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7912" y="4289730"/>
            <a:ext cx="2694517" cy="1610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3982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se Stori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AF62A88-FCA4-796D-1489-889CF807BBD2}"/>
              </a:ext>
            </a:extLst>
          </p:cNvPr>
          <p:cNvSpPr/>
          <p:nvPr userDrawn="1"/>
        </p:nvSpPr>
        <p:spPr>
          <a:xfrm>
            <a:off x="6291470" y="1265147"/>
            <a:ext cx="1076356" cy="10763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F1E416-1A61-7068-1511-A0DB0CDACA24}"/>
              </a:ext>
            </a:extLst>
          </p:cNvPr>
          <p:cNvSpPr/>
          <p:nvPr userDrawn="1"/>
        </p:nvSpPr>
        <p:spPr>
          <a:xfrm>
            <a:off x="921963" y="1265147"/>
            <a:ext cx="1076356" cy="1076356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A6152E-4179-7782-9003-F05E3230694D}"/>
              </a:ext>
            </a:extLst>
          </p:cNvPr>
          <p:cNvCxnSpPr/>
          <p:nvPr userDrawn="1"/>
        </p:nvCxnSpPr>
        <p:spPr>
          <a:xfrm>
            <a:off x="1172587" y="2180122"/>
            <a:ext cx="0" cy="3843428"/>
          </a:xfrm>
          <a:prstGeom prst="line">
            <a:avLst/>
          </a:prstGeom>
          <a:noFill/>
          <a:ln w="12700" cap="flat" cmpd="sng" algn="ctr">
            <a:solidFill>
              <a:srgbClr val="37B3A2"/>
            </a:solidFill>
            <a:prstDash val="sysDash"/>
            <a:miter lim="800000"/>
          </a:ln>
          <a:effectLst/>
        </p:spPr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3B001C89-AF3A-E665-0BA5-EDD9024D489D}"/>
              </a:ext>
            </a:extLst>
          </p:cNvPr>
          <p:cNvSpPr/>
          <p:nvPr userDrawn="1"/>
        </p:nvSpPr>
        <p:spPr>
          <a:xfrm>
            <a:off x="1105227" y="2784098"/>
            <a:ext cx="137160" cy="135488"/>
          </a:xfrm>
          <a:prstGeom prst="diamond">
            <a:avLst/>
          </a:prstGeom>
          <a:solidFill>
            <a:srgbClr val="37B3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78957E4-9163-DCBF-8EE1-1388179C7D2C}"/>
              </a:ext>
            </a:extLst>
          </p:cNvPr>
          <p:cNvSpPr/>
          <p:nvPr userDrawn="1"/>
        </p:nvSpPr>
        <p:spPr>
          <a:xfrm>
            <a:off x="1105227" y="4289730"/>
            <a:ext cx="137160" cy="135488"/>
          </a:xfrm>
          <a:prstGeom prst="diamond">
            <a:avLst/>
          </a:prstGeom>
          <a:solidFill>
            <a:srgbClr val="37B3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55C597A-24FA-B08A-DA55-2C45CCD86719}"/>
              </a:ext>
            </a:extLst>
          </p:cNvPr>
          <p:cNvSpPr/>
          <p:nvPr userDrawn="1"/>
        </p:nvSpPr>
        <p:spPr>
          <a:xfrm>
            <a:off x="1105227" y="5914779"/>
            <a:ext cx="137160" cy="135488"/>
          </a:xfrm>
          <a:prstGeom prst="diamond">
            <a:avLst/>
          </a:prstGeom>
          <a:solidFill>
            <a:srgbClr val="37B3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5522D6-B481-41F5-FF58-0E090D42DCF2}"/>
              </a:ext>
            </a:extLst>
          </p:cNvPr>
          <p:cNvCxnSpPr/>
          <p:nvPr userDrawn="1"/>
        </p:nvCxnSpPr>
        <p:spPr>
          <a:xfrm>
            <a:off x="6570504" y="2182248"/>
            <a:ext cx="0" cy="3850001"/>
          </a:xfrm>
          <a:prstGeom prst="line">
            <a:avLst/>
          </a:prstGeom>
          <a:noFill/>
          <a:ln w="12700" cap="flat" cmpd="sng" algn="ctr">
            <a:solidFill>
              <a:srgbClr val="44546A"/>
            </a:solidFill>
            <a:prstDash val="sysDash"/>
            <a:miter lim="800000"/>
          </a:ln>
          <a:effectLst/>
        </p:spPr>
      </p:cxnSp>
      <p:sp>
        <p:nvSpPr>
          <p:cNvPr id="11" name="Diamond 10">
            <a:extLst>
              <a:ext uri="{FF2B5EF4-FFF2-40B4-BE49-F238E27FC236}">
                <a16:creationId xmlns:a16="http://schemas.microsoft.com/office/drawing/2014/main" id="{ACDBF14F-7542-07C8-DE90-54E369CD42B2}"/>
              </a:ext>
            </a:extLst>
          </p:cNvPr>
          <p:cNvSpPr/>
          <p:nvPr userDrawn="1"/>
        </p:nvSpPr>
        <p:spPr>
          <a:xfrm>
            <a:off x="6503144" y="2785636"/>
            <a:ext cx="137160" cy="135488"/>
          </a:xfrm>
          <a:prstGeom prst="diamond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A1F269C-29E2-BB52-D696-14F7BF4A62D5}"/>
              </a:ext>
            </a:extLst>
          </p:cNvPr>
          <p:cNvSpPr/>
          <p:nvPr userDrawn="1"/>
        </p:nvSpPr>
        <p:spPr>
          <a:xfrm>
            <a:off x="6503144" y="4289730"/>
            <a:ext cx="137160" cy="135488"/>
          </a:xfrm>
          <a:prstGeom prst="diamond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13EA2DF-F453-90A4-2EE4-0D1FCD033B6A}"/>
              </a:ext>
            </a:extLst>
          </p:cNvPr>
          <p:cNvSpPr/>
          <p:nvPr userDrawn="1"/>
        </p:nvSpPr>
        <p:spPr>
          <a:xfrm>
            <a:off x="6503144" y="5912981"/>
            <a:ext cx="137160" cy="135488"/>
          </a:xfrm>
          <a:prstGeom prst="diamond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71E9E37-4601-E57A-64B0-FFB632428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193"/>
            <a:ext cx="10515600" cy="45527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88F65BD-337C-A386-A4F4-9AAE3339E4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3240" y="1433940"/>
            <a:ext cx="1801283" cy="8429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baseline="0"/>
            </a:lvl1pPr>
          </a:lstStyle>
          <a:p>
            <a:pPr lvl="0"/>
            <a:r>
              <a:rPr lang="en-US" b="1"/>
              <a:t>Case Study Title</a:t>
            </a:r>
            <a:endParaRPr lang="en-US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D0EBF2A-122B-760A-E1DD-5EE92F7285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189" y="1433940"/>
            <a:ext cx="1801283" cy="8429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/>
              <a:t>Case Study Title</a:t>
            </a:r>
            <a:endParaRPr lang="en-US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7C4B90EB-9400-E57A-5B73-780105FA4D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1155" y="2786255"/>
            <a:ext cx="4565685" cy="1348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D2B705-99FE-3EF9-6FD5-5C79DE7D56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81156" y="4288942"/>
            <a:ext cx="4558317" cy="1610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Picture Placeholder 42">
            <a:extLst>
              <a:ext uri="{FF2B5EF4-FFF2-40B4-BE49-F238E27FC236}">
                <a16:creationId xmlns:a16="http://schemas.microsoft.com/office/drawing/2014/main" id="{E21AB1FF-6A35-1475-88FA-C189331A3EC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09549" y="1469569"/>
            <a:ext cx="890016" cy="66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0" name="Picture Placeholder 42">
            <a:extLst>
              <a:ext uri="{FF2B5EF4-FFF2-40B4-BE49-F238E27FC236}">
                <a16:creationId xmlns:a16="http://schemas.microsoft.com/office/drawing/2014/main" id="{338894BF-6259-B903-5EA6-2BE7D6B5C05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88642" y="1469569"/>
            <a:ext cx="890016" cy="66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797F1A16-952C-086B-6612-75DFAF1F46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7912" y="2788009"/>
            <a:ext cx="4565685" cy="1348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4C20B923-602A-5525-3B55-A2BDBF56DE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7912" y="4289730"/>
            <a:ext cx="4565685" cy="1610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6226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/>
          <p:cNvSpPr>
            <a:spLocks noGrp="1"/>
          </p:cNvSpPr>
          <p:nvPr>
            <p:ph sz="quarter" idx="20" hasCustomPrompt="1"/>
          </p:nvPr>
        </p:nvSpPr>
        <p:spPr>
          <a:xfrm>
            <a:off x="838199" y="5491164"/>
            <a:ext cx="1498601" cy="121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Picture Here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>
          <a:xfrm>
            <a:off x="2540001" y="914401"/>
            <a:ext cx="8813800" cy="121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Text</a:t>
            </a:r>
          </a:p>
          <a:p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idx="12" hasCustomPrompt="1"/>
          </p:nvPr>
        </p:nvSpPr>
        <p:spPr>
          <a:xfrm>
            <a:off x="2540000" y="5943600"/>
            <a:ext cx="8834988" cy="533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Name | Title | (###) ###-####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idx="13" hasCustomPrompt="1"/>
          </p:nvPr>
        </p:nvSpPr>
        <p:spPr>
          <a:xfrm>
            <a:off x="838200" y="914401"/>
            <a:ext cx="1498600" cy="121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Role at      Apex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idx="16" hasCustomPrompt="1"/>
          </p:nvPr>
        </p:nvSpPr>
        <p:spPr>
          <a:xfrm>
            <a:off x="2540001" y="2286001"/>
            <a:ext cx="8813800" cy="121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2" name="Content Placeholder 7"/>
          <p:cNvSpPr>
            <a:spLocks noGrp="1"/>
          </p:cNvSpPr>
          <p:nvPr>
            <p:ph idx="17" hasCustomPrompt="1"/>
          </p:nvPr>
        </p:nvSpPr>
        <p:spPr>
          <a:xfrm>
            <a:off x="838200" y="2286001"/>
            <a:ext cx="1498600" cy="121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Role with Client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idx="18" hasCustomPrompt="1"/>
          </p:nvPr>
        </p:nvSpPr>
        <p:spPr>
          <a:xfrm>
            <a:off x="2540001" y="3657601"/>
            <a:ext cx="8813800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idx="19" hasCustomPrompt="1"/>
          </p:nvPr>
        </p:nvSpPr>
        <p:spPr>
          <a:xfrm>
            <a:off x="838200" y="3657601"/>
            <a:ext cx="1498600" cy="1600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Previous Experience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93193"/>
            <a:ext cx="10515600" cy="45527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638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DF434AA-2F7F-4083-BC59-37BAE38DFEC9}"/>
              </a:ext>
            </a:extLst>
          </p:cNvPr>
          <p:cNvGrpSpPr/>
          <p:nvPr userDrawn="1"/>
        </p:nvGrpSpPr>
        <p:grpSpPr>
          <a:xfrm>
            <a:off x="310280" y="283403"/>
            <a:ext cx="374861" cy="368650"/>
            <a:chOff x="4444647" y="4104609"/>
            <a:chExt cx="374861" cy="36865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973EE7F-703B-4F78-8115-F29DA46A784D}"/>
                </a:ext>
              </a:extLst>
            </p:cNvPr>
            <p:cNvCxnSpPr/>
            <p:nvPr userDrawn="1"/>
          </p:nvCxnSpPr>
          <p:spPr>
            <a:xfrm flipV="1">
              <a:off x="4444647" y="4104609"/>
              <a:ext cx="262168" cy="245767"/>
            </a:xfrm>
            <a:prstGeom prst="line">
              <a:avLst/>
            </a:prstGeom>
            <a:ln>
              <a:solidFill>
                <a:srgbClr val="F7C85E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EE5A416-7D03-45C8-AF61-262759FB4ACE}"/>
                </a:ext>
              </a:extLst>
            </p:cNvPr>
            <p:cNvCxnSpPr/>
            <p:nvPr userDrawn="1"/>
          </p:nvCxnSpPr>
          <p:spPr>
            <a:xfrm flipV="1">
              <a:off x="4501309" y="4166451"/>
              <a:ext cx="262168" cy="245767"/>
            </a:xfrm>
            <a:prstGeom prst="line">
              <a:avLst/>
            </a:prstGeom>
            <a:ln>
              <a:solidFill>
                <a:srgbClr val="F7C85E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FFE1F8E-C3E4-42D7-9BCC-6CCDE44F37A7}"/>
                </a:ext>
              </a:extLst>
            </p:cNvPr>
            <p:cNvCxnSpPr/>
            <p:nvPr userDrawn="1"/>
          </p:nvCxnSpPr>
          <p:spPr>
            <a:xfrm flipV="1">
              <a:off x="4557340" y="4227492"/>
              <a:ext cx="262168" cy="245767"/>
            </a:xfrm>
            <a:prstGeom prst="line">
              <a:avLst/>
            </a:prstGeom>
            <a:ln>
              <a:solidFill>
                <a:srgbClr val="F7C85E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709CFF2D-55C2-456A-AACD-9E0B21D478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6989" y="3002263"/>
            <a:ext cx="3836677" cy="11730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3E097B4-61BD-4FFC-8677-10584B1DFBBC}"/>
              </a:ext>
            </a:extLst>
          </p:cNvPr>
          <p:cNvCxnSpPr/>
          <p:nvPr userDrawn="1"/>
        </p:nvCxnSpPr>
        <p:spPr>
          <a:xfrm flipV="1">
            <a:off x="0" y="1"/>
            <a:ext cx="2004060" cy="1859279"/>
          </a:xfrm>
          <a:prstGeom prst="line">
            <a:avLst/>
          </a:prstGeom>
          <a:ln cap="rnd">
            <a:solidFill>
              <a:srgbClr val="9FE2D8"/>
            </a:solidFill>
            <a:round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E1071C-8A76-442C-9172-08E3AABD5D02}"/>
              </a:ext>
            </a:extLst>
          </p:cNvPr>
          <p:cNvCxnSpPr/>
          <p:nvPr userDrawn="1"/>
        </p:nvCxnSpPr>
        <p:spPr>
          <a:xfrm>
            <a:off x="0" y="0"/>
            <a:ext cx="995422" cy="935457"/>
          </a:xfrm>
          <a:prstGeom prst="line">
            <a:avLst/>
          </a:prstGeom>
          <a:ln cap="rnd">
            <a:solidFill>
              <a:srgbClr val="9FE2D8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BFD5D24-98F1-4EA9-AA8F-E0330297FE40}"/>
              </a:ext>
            </a:extLst>
          </p:cNvPr>
          <p:cNvGrpSpPr/>
          <p:nvPr userDrawn="1"/>
        </p:nvGrpSpPr>
        <p:grpSpPr>
          <a:xfrm>
            <a:off x="5273842" y="313883"/>
            <a:ext cx="6918158" cy="6549797"/>
            <a:chOff x="2225842" y="322242"/>
            <a:chExt cx="6918158" cy="6549797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EEF73FF-5194-4E97-8E19-518CECA24FEF}"/>
                </a:ext>
              </a:extLst>
            </p:cNvPr>
            <p:cNvCxnSpPr/>
            <p:nvPr userDrawn="1"/>
          </p:nvCxnSpPr>
          <p:spPr>
            <a:xfrm flipV="1">
              <a:off x="2225842" y="322242"/>
              <a:ext cx="6918158" cy="6549797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4AF7A84-C99F-4EE3-8A81-B5F352044136}"/>
                </a:ext>
              </a:extLst>
            </p:cNvPr>
            <p:cNvCxnSpPr/>
            <p:nvPr userDrawn="1"/>
          </p:nvCxnSpPr>
          <p:spPr>
            <a:xfrm>
              <a:off x="6162852" y="3165315"/>
              <a:ext cx="2980689" cy="2772862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954FCB0-775F-49F7-B89C-66E9D38428FB}"/>
                </a:ext>
              </a:extLst>
            </p:cNvPr>
            <p:cNvCxnSpPr/>
            <p:nvPr userDrawn="1"/>
          </p:nvCxnSpPr>
          <p:spPr>
            <a:xfrm flipV="1">
              <a:off x="4178425" y="2254102"/>
              <a:ext cx="4964467" cy="4603899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B0E6005-1438-4A58-BE9E-7781408BC38D}"/>
                </a:ext>
              </a:extLst>
            </p:cNvPr>
            <p:cNvCxnSpPr/>
            <p:nvPr userDrawn="1"/>
          </p:nvCxnSpPr>
          <p:spPr>
            <a:xfrm flipV="1">
              <a:off x="6162851" y="4094419"/>
              <a:ext cx="2980690" cy="2769264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B084C8-24E7-4FCE-B7C7-EDEC99217C1F}"/>
                </a:ext>
              </a:extLst>
            </p:cNvPr>
            <p:cNvCxnSpPr/>
            <p:nvPr userDrawn="1"/>
          </p:nvCxnSpPr>
          <p:spPr>
            <a:xfrm>
              <a:off x="5166225" y="4081029"/>
              <a:ext cx="1976646" cy="1869011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F613B7C-E999-4857-A14F-9FF604A5CF1F}"/>
                </a:ext>
              </a:extLst>
            </p:cNvPr>
            <p:cNvCxnSpPr/>
            <p:nvPr userDrawn="1"/>
          </p:nvCxnSpPr>
          <p:spPr>
            <a:xfrm>
              <a:off x="4178425" y="5021375"/>
              <a:ext cx="1984426" cy="1842308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908A1BA-43D4-4FF7-8666-6649C36FAA15}"/>
                </a:ext>
              </a:extLst>
            </p:cNvPr>
            <p:cNvCxnSpPr/>
            <p:nvPr userDrawn="1"/>
          </p:nvCxnSpPr>
          <p:spPr>
            <a:xfrm>
              <a:off x="3198398" y="5943604"/>
              <a:ext cx="980027" cy="914396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2E23393-E396-430C-9AF8-DF329BC32738}"/>
                </a:ext>
              </a:extLst>
            </p:cNvPr>
            <p:cNvCxnSpPr/>
            <p:nvPr userDrawn="1"/>
          </p:nvCxnSpPr>
          <p:spPr>
            <a:xfrm>
              <a:off x="7142871" y="2215816"/>
              <a:ext cx="2000670" cy="1878603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88DB694-F57F-4322-AFEB-B7FD6D9D1D00}"/>
                </a:ext>
              </a:extLst>
            </p:cNvPr>
            <p:cNvCxnSpPr/>
            <p:nvPr userDrawn="1"/>
          </p:nvCxnSpPr>
          <p:spPr>
            <a:xfrm flipH="1">
              <a:off x="6162852" y="3159631"/>
              <a:ext cx="1" cy="3698369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2502431-A80F-4C44-9C6A-70EB071E3EA3}"/>
                </a:ext>
              </a:extLst>
            </p:cNvPr>
            <p:cNvCxnSpPr/>
            <p:nvPr userDrawn="1"/>
          </p:nvCxnSpPr>
          <p:spPr>
            <a:xfrm flipH="1">
              <a:off x="4178425" y="5023521"/>
              <a:ext cx="1" cy="1834479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F99B31E-AC6E-483C-A0B7-FB402E609494}"/>
                </a:ext>
              </a:extLst>
            </p:cNvPr>
            <p:cNvCxnSpPr/>
            <p:nvPr userDrawn="1"/>
          </p:nvCxnSpPr>
          <p:spPr>
            <a:xfrm>
              <a:off x="8152695" y="1260764"/>
              <a:ext cx="688" cy="3762757"/>
            </a:xfrm>
            <a:prstGeom prst="line">
              <a:avLst/>
            </a:prstGeom>
            <a:ln cap="rnd"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A03D400-BE82-4991-A88F-2ED2F929F92C}"/>
                </a:ext>
              </a:extLst>
            </p:cNvPr>
            <p:cNvCxnSpPr/>
            <p:nvPr userDrawn="1"/>
          </p:nvCxnSpPr>
          <p:spPr>
            <a:xfrm>
              <a:off x="4182999" y="5023521"/>
              <a:ext cx="3978004" cy="0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F30143E-F792-423A-AA35-4239E813764C}"/>
                </a:ext>
              </a:extLst>
            </p:cNvPr>
            <p:cNvCxnSpPr/>
            <p:nvPr userDrawn="1"/>
          </p:nvCxnSpPr>
          <p:spPr>
            <a:xfrm>
              <a:off x="6158843" y="3165316"/>
              <a:ext cx="1998150" cy="0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F4841A6-B3EE-4A80-9109-DA4F6B470E5A}"/>
                </a:ext>
              </a:extLst>
            </p:cNvPr>
            <p:cNvGrpSpPr/>
            <p:nvPr userDrawn="1"/>
          </p:nvGrpSpPr>
          <p:grpSpPr>
            <a:xfrm>
              <a:off x="7369092" y="2439768"/>
              <a:ext cx="374861" cy="368650"/>
              <a:chOff x="4444647" y="4104609"/>
              <a:chExt cx="374861" cy="368650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8806D582-5B53-40CD-9C7A-7D46E0A4438A}"/>
                  </a:ext>
                </a:extLst>
              </p:cNvPr>
              <p:cNvCxnSpPr/>
              <p:nvPr userDrawn="1"/>
            </p:nvCxnSpPr>
            <p:spPr>
              <a:xfrm flipV="1">
                <a:off x="4444647" y="4104609"/>
                <a:ext cx="262168" cy="245767"/>
              </a:xfrm>
              <a:prstGeom prst="line">
                <a:avLst/>
              </a:prstGeom>
              <a:ln>
                <a:solidFill>
                  <a:srgbClr val="F7C85E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45C12DB9-5DFA-45CD-8567-DE4B81353009}"/>
                  </a:ext>
                </a:extLst>
              </p:cNvPr>
              <p:cNvCxnSpPr/>
              <p:nvPr userDrawn="1"/>
            </p:nvCxnSpPr>
            <p:spPr>
              <a:xfrm flipV="1">
                <a:off x="4501309" y="4166451"/>
                <a:ext cx="262168" cy="245767"/>
              </a:xfrm>
              <a:prstGeom prst="line">
                <a:avLst/>
              </a:prstGeom>
              <a:ln>
                <a:solidFill>
                  <a:srgbClr val="F7C85E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FE1B998F-9F49-4A9F-8D63-000CAD408E42}"/>
                  </a:ext>
                </a:extLst>
              </p:cNvPr>
              <p:cNvCxnSpPr/>
              <p:nvPr userDrawn="1"/>
            </p:nvCxnSpPr>
            <p:spPr>
              <a:xfrm flipV="1">
                <a:off x="4557340" y="4227492"/>
                <a:ext cx="262168" cy="245767"/>
              </a:xfrm>
              <a:prstGeom prst="line">
                <a:avLst/>
              </a:prstGeom>
              <a:ln>
                <a:solidFill>
                  <a:srgbClr val="F7C85E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D60507C-B505-4621-96CA-7D8AB53EAC58}"/>
                </a:ext>
              </a:extLst>
            </p:cNvPr>
            <p:cNvGrpSpPr/>
            <p:nvPr userDrawn="1"/>
          </p:nvGrpSpPr>
          <p:grpSpPr>
            <a:xfrm>
              <a:off x="6542364" y="5369299"/>
              <a:ext cx="374861" cy="368650"/>
              <a:chOff x="4444647" y="4104609"/>
              <a:chExt cx="374861" cy="368650"/>
            </a:xfrm>
          </p:grpSpPr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A4EE022-3465-41CB-86CA-FEF7F47D461E}"/>
                  </a:ext>
                </a:extLst>
              </p:cNvPr>
              <p:cNvCxnSpPr/>
              <p:nvPr userDrawn="1"/>
            </p:nvCxnSpPr>
            <p:spPr>
              <a:xfrm flipV="1">
                <a:off x="4444647" y="4104609"/>
                <a:ext cx="262168" cy="245767"/>
              </a:xfrm>
              <a:prstGeom prst="line">
                <a:avLst/>
              </a:prstGeom>
              <a:ln>
                <a:solidFill>
                  <a:srgbClr val="F7C85E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89BD1C4-48DB-4BAE-BA8D-194C8C4F5E9F}"/>
                  </a:ext>
                </a:extLst>
              </p:cNvPr>
              <p:cNvCxnSpPr/>
              <p:nvPr userDrawn="1"/>
            </p:nvCxnSpPr>
            <p:spPr>
              <a:xfrm flipV="1">
                <a:off x="4501309" y="4166451"/>
                <a:ext cx="262168" cy="245767"/>
              </a:xfrm>
              <a:prstGeom prst="line">
                <a:avLst/>
              </a:prstGeom>
              <a:ln>
                <a:solidFill>
                  <a:srgbClr val="F7C85E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75BAE7B-B869-47EF-BB2B-B3B9DC740A61}"/>
                  </a:ext>
                </a:extLst>
              </p:cNvPr>
              <p:cNvCxnSpPr/>
              <p:nvPr userDrawn="1"/>
            </p:nvCxnSpPr>
            <p:spPr>
              <a:xfrm flipV="1">
                <a:off x="4557340" y="4227492"/>
                <a:ext cx="262168" cy="245767"/>
              </a:xfrm>
              <a:prstGeom prst="line">
                <a:avLst/>
              </a:prstGeom>
              <a:ln>
                <a:solidFill>
                  <a:srgbClr val="F7C85E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BE832761-F2D0-469B-AA1B-B3168F14A503}"/>
                </a:ext>
              </a:extLst>
            </p:cNvPr>
            <p:cNvCxnSpPr/>
            <p:nvPr userDrawn="1"/>
          </p:nvCxnSpPr>
          <p:spPr>
            <a:xfrm>
              <a:off x="8152695" y="1263719"/>
              <a:ext cx="991305" cy="990382"/>
            </a:xfrm>
            <a:prstGeom prst="line">
              <a:avLst/>
            </a:prstGeom>
            <a:ln>
              <a:solidFill>
                <a:srgbClr val="9FE2D8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474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e Study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879E461-354E-C6EB-0467-A562C9CEB83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0642658" y="54169"/>
            <a:ext cx="1434750" cy="19893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Font typeface="Wingdings" panose="05000000000000000000" pitchFamily="2" charset="2"/>
              <a:buNone/>
              <a:defRPr sz="1050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3"/>
              </a:buClr>
              <a:buFont typeface="Wingdings" panose="05000000000000000000" pitchFamily="2" charset="2"/>
              <a:buChar char="§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200150" indent="-285750"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Solution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AD93C38-E4B7-558A-C6E4-A44086927D17}"/>
              </a:ext>
            </a:extLst>
          </p:cNvPr>
          <p:cNvGrpSpPr/>
          <p:nvPr userDrawn="1"/>
        </p:nvGrpSpPr>
        <p:grpSpPr>
          <a:xfrm rot="10800000">
            <a:off x="9645203" y="4381278"/>
            <a:ext cx="2546797" cy="2479879"/>
            <a:chOff x="14442456" y="681186"/>
            <a:chExt cx="2546797" cy="2479879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AC06ECF-CA30-AE7D-1A85-F711681F3F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4484680" y="644693"/>
              <a:ext cx="2451462" cy="2535909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E869A50-1A7F-3344-437F-DF91E99312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442456" y="1920618"/>
              <a:ext cx="2535911" cy="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8D7BE7A-CD67-F9A3-EF64-518CC96ADCF4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H="1">
              <a:off x="14454523" y="674849"/>
              <a:ext cx="1233703" cy="1257837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B95FE88-9435-A5F5-79F2-160F31E3C814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H="1">
              <a:off x="14455843" y="1907231"/>
              <a:ext cx="1227970" cy="1254744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6A4D75C-99CC-3ADD-7AFF-D0BD4C20FF0A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4453639" y="680091"/>
              <a:ext cx="1229344" cy="125171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3E64374-ECFB-4B94-2334-0CDB3EFEF5D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5715855" y="-586483"/>
              <a:ext cx="0" cy="2546796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D00174C-74DD-785E-6ED4-533F0E1DC2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697200" y="681186"/>
              <a:ext cx="1292053" cy="124391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B370D74-2AAD-2D4B-1CDD-2969A321174C}"/>
                </a:ext>
              </a:extLst>
            </p:cNvPr>
            <p:cNvCxnSpPr/>
            <p:nvPr userDrawn="1"/>
          </p:nvCxnSpPr>
          <p:spPr>
            <a:xfrm rot="16200000">
              <a:off x="13832317" y="2526634"/>
              <a:ext cx="1223492" cy="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8EE5634-2CD1-B0B4-A338-325CB25A68DB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4463219" y="1923991"/>
              <a:ext cx="2474149" cy="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DD42ADD-5DDE-3482-A6DF-8F84D95AB046}"/>
                </a:ext>
              </a:extLst>
            </p:cNvPr>
            <p:cNvGrpSpPr/>
            <p:nvPr userDrawn="1"/>
          </p:nvGrpSpPr>
          <p:grpSpPr>
            <a:xfrm rot="13500000">
              <a:off x="14705651" y="863098"/>
              <a:ext cx="170887" cy="353455"/>
              <a:chOff x="14986674" y="2997199"/>
              <a:chExt cx="39964" cy="213148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8B5836EE-0FBA-7BB1-31C4-B0708E46D3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8DD5004D-3302-20BF-9DF7-7447B6A3F7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D2EAFE7-579D-CC75-726D-D736D6C012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12C1574-BADF-8C6B-0905-11D2DE19C932}"/>
                </a:ext>
              </a:extLst>
            </p:cNvPr>
            <p:cNvGrpSpPr/>
            <p:nvPr userDrawn="1"/>
          </p:nvGrpSpPr>
          <p:grpSpPr>
            <a:xfrm rot="13500000">
              <a:off x="15996738" y="867051"/>
              <a:ext cx="170887" cy="353455"/>
              <a:chOff x="14986674" y="2997199"/>
              <a:chExt cx="39964" cy="213148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68264E5F-7184-3248-C6F5-91E7CA7BBDD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1E7408AE-7516-28FA-4F48-805C9B4A3A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90BCB265-CEFF-CF91-6BF6-6DB99BC726B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170CCE-C081-C5AE-428E-E65592A223A1}"/>
                </a:ext>
              </a:extLst>
            </p:cNvPr>
            <p:cNvGrpSpPr/>
            <p:nvPr userDrawn="1"/>
          </p:nvGrpSpPr>
          <p:grpSpPr>
            <a:xfrm rot="16200000">
              <a:off x="15614651" y="2349906"/>
              <a:ext cx="170887" cy="353455"/>
              <a:chOff x="14986674" y="2997199"/>
              <a:chExt cx="39964" cy="213148"/>
            </a:xfrm>
          </p:grpSpPr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DAA6741-750F-8689-57A2-BCD7FEEA9A8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4B85ADDD-4A09-FF89-06A9-5F5689A775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1B977F9B-44EE-0A32-0A13-20F8F7F21AB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A723F25-228C-0829-C999-014ECD62FC83}"/>
              </a:ext>
            </a:extLst>
          </p:cNvPr>
          <p:cNvSpPr/>
          <p:nvPr userDrawn="1"/>
        </p:nvSpPr>
        <p:spPr>
          <a:xfrm>
            <a:off x="9817212" y="3359725"/>
            <a:ext cx="2374788" cy="179117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00290" y="391250"/>
            <a:ext cx="7265723" cy="455271"/>
          </a:xfrm>
          <a:prstGeom prst="rect">
            <a:avLst/>
          </a:prstGeom>
        </p:spPr>
        <p:txBody>
          <a:bodyPr/>
          <a:lstStyle>
            <a:lvl1pPr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42E933C-435E-1662-03C7-52FC8103FA68}"/>
              </a:ext>
            </a:extLst>
          </p:cNvPr>
          <p:cNvGrpSpPr/>
          <p:nvPr userDrawn="1"/>
        </p:nvGrpSpPr>
        <p:grpSpPr>
          <a:xfrm rot="16200000">
            <a:off x="10943963" y="334243"/>
            <a:ext cx="1233704" cy="1257839"/>
            <a:chOff x="13745602" y="348396"/>
            <a:chExt cx="1233704" cy="125783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64A0C95-A7F2-9C7B-7622-5DD57AC741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745604" y="348396"/>
              <a:ext cx="0" cy="1257839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2ECCF58-FE58-5B2B-4EF5-9DD6D5E8251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745602" y="348396"/>
              <a:ext cx="1233703" cy="1257837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E56A7BC-A68A-EB2A-8288-23DBD487D9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745603" y="348396"/>
              <a:ext cx="1229344" cy="125171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F2BBC8D-4E85-2BB0-01A2-F725B5ED0C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979306" y="348397"/>
              <a:ext cx="0" cy="1251709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0C8F340-E911-5BAD-FEDE-78AEEB3903E6}"/>
                </a:ext>
              </a:extLst>
            </p:cNvPr>
            <p:cNvGrpSpPr/>
            <p:nvPr userDrawn="1"/>
          </p:nvGrpSpPr>
          <p:grpSpPr>
            <a:xfrm rot="18900000">
              <a:off x="14540952" y="520307"/>
              <a:ext cx="170887" cy="353455"/>
              <a:chOff x="14986674" y="2997199"/>
              <a:chExt cx="39964" cy="213148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83B61CC-B047-3CA1-AA7B-557622D87F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0E679B7-2E2D-693E-F7F1-B668BD6B6E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DE669E0-9932-16A8-E4A8-CFB4A4FDC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C5D912F-9C84-D1AC-8BEF-F394E85DE447}"/>
              </a:ext>
            </a:extLst>
          </p:cNvPr>
          <p:cNvGrpSpPr/>
          <p:nvPr userDrawn="1"/>
        </p:nvGrpSpPr>
        <p:grpSpPr>
          <a:xfrm>
            <a:off x="-9647" y="0"/>
            <a:ext cx="1272093" cy="1249363"/>
            <a:chOff x="13513695" y="3893365"/>
            <a:chExt cx="1272093" cy="124936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7725BAF-931C-86FE-1EA2-053AE0D7F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525545" y="3897387"/>
              <a:ext cx="632325" cy="620192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54CA8C9-E7A6-72C2-8AD9-EBA9DC9D15E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513695" y="3893365"/>
              <a:ext cx="1272093" cy="1249363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442C547-18C6-DBD3-5562-D77426E25223}"/>
                </a:ext>
              </a:extLst>
            </p:cNvPr>
            <p:cNvGrpSpPr/>
            <p:nvPr userDrawn="1"/>
          </p:nvGrpSpPr>
          <p:grpSpPr>
            <a:xfrm rot="13500000">
              <a:off x="13788741" y="4073569"/>
              <a:ext cx="170887" cy="353455"/>
              <a:chOff x="14986674" y="2997199"/>
              <a:chExt cx="39964" cy="213148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8CEAC52-87FE-90AD-CC8B-A8DC449ECF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FF1406D-3789-8A1B-9081-CF5B38A22B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43117BE-3292-261E-179A-56FDC7912B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CF6ACC2-022F-18F8-E2FA-B7C3C6B694C6}"/>
              </a:ext>
            </a:extLst>
          </p:cNvPr>
          <p:cNvSpPr/>
          <p:nvPr userDrawn="1"/>
        </p:nvSpPr>
        <p:spPr>
          <a:xfrm>
            <a:off x="9817211" y="1226335"/>
            <a:ext cx="2374788" cy="179117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C9AA521-C7A9-F836-61B8-7F0B67885B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94" y="1842371"/>
            <a:ext cx="1727180" cy="83343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Client Description</a:t>
            </a:r>
          </a:p>
          <a:p>
            <a:pPr lvl="0"/>
            <a:endParaRPr lang="en-US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62229C4-72F0-C680-67AE-9DEC25BF9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595" y="3368113"/>
            <a:ext cx="1727179" cy="83343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0"/>
              </a:spcBef>
              <a:buFont typeface="Wingdings" panose="05000000000000000000" pitchFamily="2" charset="2"/>
              <a:buChar char="§"/>
              <a:defRPr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A4679F9C-B013-0801-747D-540BB0CEC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595" y="4888333"/>
            <a:ext cx="1727179" cy="83343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0"/>
              </a:spcBef>
              <a:buFont typeface="Wingdings" panose="05000000000000000000" pitchFamily="2" charset="2"/>
              <a:buChar char="§"/>
              <a:defRPr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31487A2-E022-46A9-6DE9-FEE2ADEB9D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96628" y="1023456"/>
            <a:ext cx="7265722" cy="5410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08FB7BE1-5F11-C386-50F7-E15093A6FD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470420" y="1391505"/>
            <a:ext cx="1284418" cy="145217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B9CE050F-6AA3-F9E3-18A4-EA94034590C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475385" y="3525046"/>
            <a:ext cx="1284418" cy="145217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9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AD93C38-E4B7-558A-C6E4-A44086927D17}"/>
              </a:ext>
            </a:extLst>
          </p:cNvPr>
          <p:cNvGrpSpPr/>
          <p:nvPr userDrawn="1"/>
        </p:nvGrpSpPr>
        <p:grpSpPr>
          <a:xfrm rot="10800000">
            <a:off x="9645203" y="4381278"/>
            <a:ext cx="2546797" cy="2479879"/>
            <a:chOff x="14442456" y="681186"/>
            <a:chExt cx="2546797" cy="2479879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AC06ECF-CA30-AE7D-1A85-F711681F3F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4484680" y="644693"/>
              <a:ext cx="2451462" cy="2535909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E869A50-1A7F-3344-437F-DF91E99312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442456" y="1920618"/>
              <a:ext cx="2535911" cy="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8D7BE7A-CD67-F9A3-EF64-518CC96ADCF4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H="1">
              <a:off x="14454523" y="674849"/>
              <a:ext cx="1233703" cy="1257837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B95FE88-9435-A5F5-79F2-160F31E3C814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H="1">
              <a:off x="14455843" y="1907231"/>
              <a:ext cx="1227970" cy="1254744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6A4D75C-99CC-3ADD-7AFF-D0BD4C20FF0A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4453639" y="680091"/>
              <a:ext cx="1229344" cy="125171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3E64374-ECFB-4B94-2334-0CDB3EFEF5D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5715855" y="-586483"/>
              <a:ext cx="0" cy="2546796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D00174C-74DD-785E-6ED4-533F0E1DC2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697200" y="681186"/>
              <a:ext cx="1292053" cy="124391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B370D74-2AAD-2D4B-1CDD-2969A321174C}"/>
                </a:ext>
              </a:extLst>
            </p:cNvPr>
            <p:cNvCxnSpPr/>
            <p:nvPr userDrawn="1"/>
          </p:nvCxnSpPr>
          <p:spPr>
            <a:xfrm rot="16200000">
              <a:off x="13832317" y="2526634"/>
              <a:ext cx="1223492" cy="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8EE5634-2CD1-B0B4-A338-325CB25A68DB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4463219" y="1923991"/>
              <a:ext cx="2474149" cy="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DD42ADD-5DDE-3482-A6DF-8F84D95AB046}"/>
                </a:ext>
              </a:extLst>
            </p:cNvPr>
            <p:cNvGrpSpPr/>
            <p:nvPr userDrawn="1"/>
          </p:nvGrpSpPr>
          <p:grpSpPr>
            <a:xfrm rot="13500000">
              <a:off x="14705651" y="863098"/>
              <a:ext cx="170887" cy="353455"/>
              <a:chOff x="14986674" y="2997199"/>
              <a:chExt cx="39964" cy="213148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8B5836EE-0FBA-7BB1-31C4-B0708E46D3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8DD5004D-3302-20BF-9DF7-7447B6A3F7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D2EAFE7-579D-CC75-726D-D736D6C012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12C1574-BADF-8C6B-0905-11D2DE19C932}"/>
                </a:ext>
              </a:extLst>
            </p:cNvPr>
            <p:cNvGrpSpPr/>
            <p:nvPr userDrawn="1"/>
          </p:nvGrpSpPr>
          <p:grpSpPr>
            <a:xfrm rot="13500000">
              <a:off x="15996738" y="867051"/>
              <a:ext cx="170887" cy="353455"/>
              <a:chOff x="14986674" y="2997199"/>
              <a:chExt cx="39964" cy="213148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68264E5F-7184-3248-C6F5-91E7CA7BBDD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1E7408AE-7516-28FA-4F48-805C9B4A3A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90BCB265-CEFF-CF91-6BF6-6DB99BC726B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170CCE-C081-C5AE-428E-E65592A223A1}"/>
                </a:ext>
              </a:extLst>
            </p:cNvPr>
            <p:cNvGrpSpPr/>
            <p:nvPr userDrawn="1"/>
          </p:nvGrpSpPr>
          <p:grpSpPr>
            <a:xfrm rot="16200000">
              <a:off x="15614651" y="2349906"/>
              <a:ext cx="170887" cy="353455"/>
              <a:chOff x="14986674" y="2997199"/>
              <a:chExt cx="39964" cy="213148"/>
            </a:xfrm>
          </p:grpSpPr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DAA6741-750F-8689-57A2-BCD7FEEA9A8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4B85ADDD-4A09-FF89-06A9-5F5689A775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1B977F9B-44EE-0A32-0A13-20F8F7F21AB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00290" y="391250"/>
            <a:ext cx="7265723" cy="455271"/>
          </a:xfrm>
          <a:prstGeom prst="rect">
            <a:avLst/>
          </a:prstGeom>
        </p:spPr>
        <p:txBody>
          <a:bodyPr/>
          <a:lstStyle>
            <a:lvl1pPr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879E461-354E-C6EB-0467-A562C9CEB83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0642658" y="54169"/>
            <a:ext cx="1434750" cy="19893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Font typeface="Wingdings" panose="05000000000000000000" pitchFamily="2" charset="2"/>
              <a:buNone/>
              <a:defRPr sz="1050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3"/>
              </a:buClr>
              <a:buFont typeface="Wingdings" panose="05000000000000000000" pitchFamily="2" charset="2"/>
              <a:buChar char="§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200150" indent="-285750"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Solution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42E933C-435E-1662-03C7-52FC8103FA68}"/>
              </a:ext>
            </a:extLst>
          </p:cNvPr>
          <p:cNvGrpSpPr/>
          <p:nvPr userDrawn="1"/>
        </p:nvGrpSpPr>
        <p:grpSpPr>
          <a:xfrm rot="16200000">
            <a:off x="10943963" y="334243"/>
            <a:ext cx="1233704" cy="1257839"/>
            <a:chOff x="13745602" y="348396"/>
            <a:chExt cx="1233704" cy="125783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64A0C95-A7F2-9C7B-7622-5DD57AC741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745604" y="348396"/>
              <a:ext cx="0" cy="1257839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2ECCF58-FE58-5B2B-4EF5-9DD6D5E8251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745602" y="348396"/>
              <a:ext cx="1233703" cy="1257837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E56A7BC-A68A-EB2A-8288-23DBD487D9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745603" y="348396"/>
              <a:ext cx="1229344" cy="1251710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F2BBC8D-4E85-2BB0-01A2-F725B5ED0C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979306" y="348397"/>
              <a:ext cx="0" cy="1251709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0C8F340-E911-5BAD-FEDE-78AEEB3903E6}"/>
                </a:ext>
              </a:extLst>
            </p:cNvPr>
            <p:cNvGrpSpPr/>
            <p:nvPr userDrawn="1"/>
          </p:nvGrpSpPr>
          <p:grpSpPr>
            <a:xfrm rot="18900000">
              <a:off x="14540952" y="520307"/>
              <a:ext cx="170887" cy="353455"/>
              <a:chOff x="14986674" y="2997199"/>
              <a:chExt cx="39964" cy="213148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83B61CC-B047-3CA1-AA7B-557622D87F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0E679B7-2E2D-693E-F7F1-B668BD6B6E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DE669E0-9932-16A8-E4A8-CFB4A4FDC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C5D912F-9C84-D1AC-8BEF-F394E85DE447}"/>
              </a:ext>
            </a:extLst>
          </p:cNvPr>
          <p:cNvGrpSpPr/>
          <p:nvPr userDrawn="1"/>
        </p:nvGrpSpPr>
        <p:grpSpPr>
          <a:xfrm>
            <a:off x="-9647" y="0"/>
            <a:ext cx="1272093" cy="1249363"/>
            <a:chOff x="13513695" y="3893365"/>
            <a:chExt cx="1272093" cy="124936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7725BAF-931C-86FE-1EA2-053AE0D7F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525545" y="3897387"/>
              <a:ext cx="632325" cy="620192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54CA8C9-E7A6-72C2-8AD9-EBA9DC9D15E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513695" y="3893365"/>
              <a:ext cx="1272093" cy="1249363"/>
            </a:xfrm>
            <a:prstGeom prst="line">
              <a:avLst/>
            </a:prstGeom>
            <a:ln w="12700">
              <a:solidFill>
                <a:srgbClr val="A5EB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442C547-18C6-DBD3-5562-D77426E25223}"/>
                </a:ext>
              </a:extLst>
            </p:cNvPr>
            <p:cNvGrpSpPr/>
            <p:nvPr userDrawn="1"/>
          </p:nvGrpSpPr>
          <p:grpSpPr>
            <a:xfrm rot="13500000">
              <a:off x="13788741" y="4073569"/>
              <a:ext cx="170887" cy="353455"/>
              <a:chOff x="14986674" y="2997199"/>
              <a:chExt cx="39964" cy="213148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8CEAC52-87FE-90AD-CC8B-A8DC449ECF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986674" y="2997199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FF1406D-3789-8A1B-9081-CF5B38A22B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06537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43117BE-3292-261E-179A-56FDC7912B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5026638" y="2997200"/>
                <a:ext cx="0" cy="213147"/>
              </a:xfrm>
              <a:prstGeom prst="line">
                <a:avLst/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CF6ACC2-022F-18F8-E2FA-B7C3C6B694C6}"/>
              </a:ext>
            </a:extLst>
          </p:cNvPr>
          <p:cNvSpPr/>
          <p:nvPr userDrawn="1"/>
        </p:nvSpPr>
        <p:spPr>
          <a:xfrm>
            <a:off x="9817211" y="1226335"/>
            <a:ext cx="2374788" cy="409859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37C12324-1A08-9D08-5914-E5D4F6E2B79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9971110" y="1387164"/>
            <a:ext cx="2057634" cy="3750293"/>
          </a:xfrm>
          <a:prstGeom prst="rect">
            <a:avLst/>
          </a:prstGeom>
        </p:spPr>
        <p:txBody>
          <a:bodyPr anchor="ctr"/>
          <a:lstStyle>
            <a:lvl1pPr marL="0" indent="0" algn="ctr">
              <a:buClr>
                <a:schemeClr val="accent2"/>
              </a:buClr>
              <a:buFontTx/>
              <a:buNone/>
              <a:defRPr sz="1200" b="1" baseline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Clr>
                <a:schemeClr val="accent3"/>
              </a:buClr>
              <a:buFont typeface="Wingdings" panose="05000000000000000000" pitchFamily="2" charset="2"/>
              <a:buChar char="§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200150" indent="-285750">
              <a:buClr>
                <a:schemeClr val="accent3"/>
              </a:buClr>
              <a:buFont typeface="Arial" panose="020B0604020202020204" pitchFamily="34" charset="0"/>
              <a:buChar char="•"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 sz="1200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First line of text, Arial 14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C9AA521-C7A9-F836-61B8-7F0B67885B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94" y="1842371"/>
            <a:ext cx="1727180" cy="83343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Client Description</a:t>
            </a:r>
          </a:p>
          <a:p>
            <a:pPr lvl="0"/>
            <a:endParaRPr lang="en-US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62229C4-72F0-C680-67AE-9DEC25BF9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595" y="3368113"/>
            <a:ext cx="1727179" cy="83343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0"/>
              </a:spcBef>
              <a:buFont typeface="Wingdings" panose="05000000000000000000" pitchFamily="2" charset="2"/>
              <a:buChar char="§"/>
              <a:defRPr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A4679F9C-B013-0801-747D-540BB0CEC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595" y="4888333"/>
            <a:ext cx="1727179" cy="83343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0"/>
              </a:spcBef>
              <a:buFont typeface="Wingdings" panose="05000000000000000000" pitchFamily="2" charset="2"/>
              <a:buChar char="§"/>
              <a:defRPr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31487A2-E022-46A9-6DE9-FEE2ADEB9D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96628" y="1023456"/>
            <a:ext cx="7265722" cy="5410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68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>
            <a:extLst>
              <a:ext uri="{FF2B5EF4-FFF2-40B4-BE49-F238E27FC236}">
                <a16:creationId xmlns:a16="http://schemas.microsoft.com/office/drawing/2014/main" id="{2ED3DE37-7D2C-FD34-2D5F-055C9C370C7A}"/>
              </a:ext>
            </a:extLst>
          </p:cNvPr>
          <p:cNvSpPr/>
          <p:nvPr userDrawn="1"/>
        </p:nvSpPr>
        <p:spPr>
          <a:xfrm>
            <a:off x="6449932" y="2441829"/>
            <a:ext cx="5732434" cy="4416171"/>
          </a:xfrm>
          <a:custGeom>
            <a:avLst/>
            <a:gdLst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01066 w 4334933"/>
              <a:gd name="connsiteY2" fmla="*/ 4334933 h 4334933"/>
              <a:gd name="connsiteX3" fmla="*/ 4334933 w 4334933"/>
              <a:gd name="connsiteY3" fmla="*/ 0 h 4334933"/>
              <a:gd name="connsiteX0" fmla="*/ 4334933 w 4334933"/>
              <a:gd name="connsiteY0" fmla="*/ 0 h 4334933"/>
              <a:gd name="connsiteX1" fmla="*/ 0 w 4334933"/>
              <a:gd name="connsiteY1" fmla="*/ 4334933 h 4334933"/>
              <a:gd name="connsiteX2" fmla="*/ 4326666 w 4334933"/>
              <a:gd name="connsiteY2" fmla="*/ 4334933 h 4334933"/>
              <a:gd name="connsiteX3" fmla="*/ 4334933 w 4334933"/>
              <a:gd name="connsiteY3" fmla="*/ 0 h 4334933"/>
              <a:gd name="connsiteX0" fmla="*/ 4327167 w 4327524"/>
              <a:gd name="connsiteY0" fmla="*/ 0 h 4334933"/>
              <a:gd name="connsiteX1" fmla="*/ 0 w 4327524"/>
              <a:gd name="connsiteY1" fmla="*/ 4334933 h 4334933"/>
              <a:gd name="connsiteX2" fmla="*/ 4326666 w 4327524"/>
              <a:gd name="connsiteY2" fmla="*/ 4334933 h 4334933"/>
              <a:gd name="connsiteX3" fmla="*/ 4327167 w 4327524"/>
              <a:gd name="connsiteY3" fmla="*/ 0 h 4334933"/>
              <a:gd name="connsiteX0" fmla="*/ 4327167 w 4327524"/>
              <a:gd name="connsiteY0" fmla="*/ 0 h 4339987"/>
              <a:gd name="connsiteX1" fmla="*/ 0 w 4327524"/>
              <a:gd name="connsiteY1" fmla="*/ 4339987 h 4339987"/>
              <a:gd name="connsiteX2" fmla="*/ 4326666 w 4327524"/>
              <a:gd name="connsiteY2" fmla="*/ 4339987 h 4339987"/>
              <a:gd name="connsiteX3" fmla="*/ 4327167 w 4327524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26666 w 4333178"/>
              <a:gd name="connsiteY2" fmla="*/ 4339987 h 4339987"/>
              <a:gd name="connsiteX3" fmla="*/ 4333178 w 4333178"/>
              <a:gd name="connsiteY3" fmla="*/ 0 h 4339987"/>
              <a:gd name="connsiteX0" fmla="*/ 4333178 w 4333178"/>
              <a:gd name="connsiteY0" fmla="*/ 0 h 4339987"/>
              <a:gd name="connsiteX1" fmla="*/ 0 w 4333178"/>
              <a:gd name="connsiteY1" fmla="*/ 4339987 h 4339987"/>
              <a:gd name="connsiteX2" fmla="*/ 4331174 w 4333178"/>
              <a:gd name="connsiteY2" fmla="*/ 4339987 h 4339987"/>
              <a:gd name="connsiteX3" fmla="*/ 4333178 w 4333178"/>
              <a:gd name="connsiteY3" fmla="*/ 0 h 433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3178" h="4339987">
                <a:moveTo>
                  <a:pt x="4333178" y="0"/>
                </a:moveTo>
                <a:lnTo>
                  <a:pt x="0" y="4339987"/>
                </a:lnTo>
                <a:lnTo>
                  <a:pt x="4331174" y="4339987"/>
                </a:lnTo>
                <a:cubicBezTo>
                  <a:pt x="4333930" y="2895009"/>
                  <a:pt x="4330422" y="1444978"/>
                  <a:pt x="4333178" y="0"/>
                </a:cubicBez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 userDrawn="1"/>
        </p:nvSpPr>
        <p:spPr>
          <a:xfrm>
            <a:off x="-29062" y="1"/>
            <a:ext cx="11087611" cy="6858000"/>
          </a:xfrm>
          <a:custGeom>
            <a:avLst/>
            <a:gdLst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405467 w 8271933"/>
              <a:gd name="connsiteY3" fmla="*/ 8467 h 6874933"/>
              <a:gd name="connsiteX4" fmla="*/ 0 w 8271933"/>
              <a:gd name="connsiteY4" fmla="*/ 0 h 6874933"/>
              <a:gd name="connsiteX0" fmla="*/ 0 w 8271933"/>
              <a:gd name="connsiteY0" fmla="*/ 1833 h 6876766"/>
              <a:gd name="connsiteX1" fmla="*/ 0 w 8271933"/>
              <a:gd name="connsiteY1" fmla="*/ 6876766 h 6876766"/>
              <a:gd name="connsiteX2" fmla="*/ 8271933 w 8271933"/>
              <a:gd name="connsiteY2" fmla="*/ 6876766 h 6876766"/>
              <a:gd name="connsiteX3" fmla="*/ 1397762 w 8271933"/>
              <a:gd name="connsiteY3" fmla="*/ 0 h 6876766"/>
              <a:gd name="connsiteX4" fmla="*/ 0 w 8271933"/>
              <a:gd name="connsiteY4" fmla="*/ 1833 h 6876766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271933"/>
              <a:gd name="connsiteY0" fmla="*/ 0 h 6874933"/>
              <a:gd name="connsiteX1" fmla="*/ 0 w 8271933"/>
              <a:gd name="connsiteY1" fmla="*/ 6874933 h 6874933"/>
              <a:gd name="connsiteX2" fmla="*/ 8271933 w 8271933"/>
              <a:gd name="connsiteY2" fmla="*/ 6874933 h 6874933"/>
              <a:gd name="connsiteX3" fmla="*/ 1394780 w 8271933"/>
              <a:gd name="connsiteY3" fmla="*/ 2153 h 6874933"/>
              <a:gd name="connsiteX4" fmla="*/ 0 w 8271933"/>
              <a:gd name="connsiteY4" fmla="*/ 0 h 6874933"/>
              <a:gd name="connsiteX0" fmla="*/ 0 w 8315708"/>
              <a:gd name="connsiteY0" fmla="*/ 0 h 6874933"/>
              <a:gd name="connsiteX1" fmla="*/ 0 w 8315708"/>
              <a:gd name="connsiteY1" fmla="*/ 6874933 h 6874933"/>
              <a:gd name="connsiteX2" fmla="*/ 8315708 w 8315708"/>
              <a:gd name="connsiteY2" fmla="*/ 6874933 h 6874933"/>
              <a:gd name="connsiteX3" fmla="*/ 1394780 w 8315708"/>
              <a:gd name="connsiteY3" fmla="*/ 2153 h 6874933"/>
              <a:gd name="connsiteX4" fmla="*/ 0 w 8315708"/>
              <a:gd name="connsiteY4" fmla="*/ 0 h 687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708" h="6874933">
                <a:moveTo>
                  <a:pt x="0" y="0"/>
                </a:moveTo>
                <a:lnTo>
                  <a:pt x="0" y="6874933"/>
                </a:lnTo>
                <a:lnTo>
                  <a:pt x="8315708" y="6874933"/>
                </a:lnTo>
                <a:lnTo>
                  <a:pt x="1394780" y="215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Isosceles Triangle 11"/>
          <p:cNvSpPr/>
          <p:nvPr userDrawn="1"/>
        </p:nvSpPr>
        <p:spPr>
          <a:xfrm>
            <a:off x="6454706" y="5138579"/>
            <a:ext cx="4549421" cy="1719422"/>
          </a:xfrm>
          <a:prstGeom prst="triangle">
            <a:avLst>
              <a:gd name="adj" fmla="val 49551"/>
            </a:avLst>
          </a:prstGeom>
          <a:solidFill>
            <a:srgbClr val="9FE2D8"/>
          </a:solidFill>
          <a:ln>
            <a:solidFill>
              <a:srgbClr val="9FE2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238" y="4849978"/>
            <a:ext cx="2149826" cy="50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9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31DF6E-F90D-C048-8D25-81447A8E5A0B}"/>
              </a:ext>
            </a:extLst>
          </p:cNvPr>
          <p:cNvSpPr/>
          <p:nvPr userDrawn="1"/>
        </p:nvSpPr>
        <p:spPr>
          <a:xfrm>
            <a:off x="0" y="1238"/>
            <a:ext cx="12192000" cy="30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462" y="6560896"/>
            <a:ext cx="382926" cy="217691"/>
          </a:xfrm>
          <a:prstGeom prst="rect">
            <a:avLst/>
          </a:prstGeom>
        </p:spPr>
      </p:pic>
      <p:sp>
        <p:nvSpPr>
          <p:cNvPr id="9" name="Slide Number Placeholder 2"/>
          <p:cNvSpPr txBox="1">
            <a:spLocks/>
          </p:cNvSpPr>
          <p:nvPr userDrawn="1"/>
        </p:nvSpPr>
        <p:spPr>
          <a:xfrm>
            <a:off x="3390900" y="6553201"/>
            <a:ext cx="5410200" cy="304800"/>
          </a:xfrm>
          <a:prstGeom prst="rect">
            <a:avLst/>
          </a:prstGeom>
        </p:spPr>
        <p:txBody>
          <a:bodyPr lIns="91427" tIns="45713" rIns="91427" bIns="45713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D4D4D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45EE91-F0AA-4244-95F3-9F4DFB676A8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26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|   Proprietary &amp; Confidential   |   www.apexsystems.com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326575"/>
            <a:ext cx="121920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28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31DF6E-F90D-C048-8D25-81447A8E5A0B}"/>
              </a:ext>
            </a:extLst>
          </p:cNvPr>
          <p:cNvSpPr/>
          <p:nvPr userDrawn="1"/>
        </p:nvSpPr>
        <p:spPr>
          <a:xfrm>
            <a:off x="0" y="1238"/>
            <a:ext cx="12192000" cy="30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462" y="6560896"/>
            <a:ext cx="382926" cy="217691"/>
          </a:xfrm>
          <a:prstGeom prst="rect">
            <a:avLst/>
          </a:prstGeom>
        </p:spPr>
      </p:pic>
      <p:sp>
        <p:nvSpPr>
          <p:cNvPr id="9" name="Slide Number Placeholder 2"/>
          <p:cNvSpPr txBox="1">
            <a:spLocks/>
          </p:cNvSpPr>
          <p:nvPr userDrawn="1"/>
        </p:nvSpPr>
        <p:spPr>
          <a:xfrm>
            <a:off x="3390900" y="6553201"/>
            <a:ext cx="5410200" cy="304800"/>
          </a:xfrm>
          <a:prstGeom prst="rect">
            <a:avLst/>
          </a:prstGeom>
        </p:spPr>
        <p:txBody>
          <a:bodyPr lIns="91427" tIns="45713" rIns="91427" bIns="45713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D4D4D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45EE91-F0AA-4244-95F3-9F4DFB676A8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26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|   Proprietary &amp; Confidential   |   www.apexsystems.com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326575"/>
            <a:ext cx="121920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80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31DF6E-F90D-C048-8D25-81447A8E5A0B}"/>
              </a:ext>
            </a:extLst>
          </p:cNvPr>
          <p:cNvSpPr/>
          <p:nvPr userDrawn="1"/>
        </p:nvSpPr>
        <p:spPr>
          <a:xfrm>
            <a:off x="0" y="1238"/>
            <a:ext cx="12192000" cy="30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462" y="6560896"/>
            <a:ext cx="382926" cy="217691"/>
          </a:xfrm>
          <a:prstGeom prst="rect">
            <a:avLst/>
          </a:prstGeom>
        </p:spPr>
      </p:pic>
      <p:sp>
        <p:nvSpPr>
          <p:cNvPr id="9" name="Slide Number Placeholder 2"/>
          <p:cNvSpPr txBox="1">
            <a:spLocks/>
          </p:cNvSpPr>
          <p:nvPr userDrawn="1"/>
        </p:nvSpPr>
        <p:spPr>
          <a:xfrm>
            <a:off x="3390900" y="6553201"/>
            <a:ext cx="5410200" cy="304800"/>
          </a:xfrm>
          <a:prstGeom prst="rect">
            <a:avLst/>
          </a:prstGeom>
        </p:spPr>
        <p:txBody>
          <a:bodyPr lIns="91427" tIns="45713" rIns="91427" bIns="45713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D4D4D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45EE91-F0AA-4244-95F3-9F4DFB676A8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26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|   Proprietary &amp; Confidential   |   www.apexsystems.com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326575"/>
            <a:ext cx="121920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36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31DF6E-F90D-C048-8D25-81447A8E5A0B}"/>
              </a:ext>
            </a:extLst>
          </p:cNvPr>
          <p:cNvSpPr/>
          <p:nvPr userDrawn="1"/>
        </p:nvSpPr>
        <p:spPr>
          <a:xfrm>
            <a:off x="0" y="1238"/>
            <a:ext cx="12192000" cy="30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Slide Number Placeholder 2"/>
          <p:cNvSpPr txBox="1">
            <a:spLocks/>
          </p:cNvSpPr>
          <p:nvPr userDrawn="1"/>
        </p:nvSpPr>
        <p:spPr>
          <a:xfrm>
            <a:off x="3390900" y="6553201"/>
            <a:ext cx="5410200" cy="304800"/>
          </a:xfrm>
          <a:prstGeom prst="rect">
            <a:avLst/>
          </a:prstGeom>
        </p:spPr>
        <p:txBody>
          <a:bodyPr lIns="91427" tIns="45713" rIns="91427" bIns="45713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D4D4D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45EE91-F0AA-4244-95F3-9F4DFB676A8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26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|   Proprietary &amp; Confidential   |   www.apexsystems.com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326575"/>
            <a:ext cx="121920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FDDD028-057A-DF57-D8F3-605F2F62A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462" y="6560896"/>
            <a:ext cx="382926" cy="21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893" y="6130332"/>
            <a:ext cx="1612399" cy="37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2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31DF6E-F90D-C048-8D25-81447A8E5A0B}"/>
              </a:ext>
            </a:extLst>
          </p:cNvPr>
          <p:cNvSpPr/>
          <p:nvPr userDrawn="1"/>
        </p:nvSpPr>
        <p:spPr>
          <a:xfrm>
            <a:off x="0" y="1238"/>
            <a:ext cx="12192000" cy="304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462" y="6560896"/>
            <a:ext cx="382926" cy="217691"/>
          </a:xfrm>
          <a:prstGeom prst="rect">
            <a:avLst/>
          </a:prstGeom>
        </p:spPr>
      </p:pic>
      <p:sp>
        <p:nvSpPr>
          <p:cNvPr id="9" name="Slide Number Placeholder 2"/>
          <p:cNvSpPr txBox="1">
            <a:spLocks/>
          </p:cNvSpPr>
          <p:nvPr userDrawn="1"/>
        </p:nvSpPr>
        <p:spPr>
          <a:xfrm>
            <a:off x="3390900" y="6553201"/>
            <a:ext cx="5410200" cy="304800"/>
          </a:xfrm>
          <a:prstGeom prst="rect">
            <a:avLst/>
          </a:prstGeom>
        </p:spPr>
        <p:txBody>
          <a:bodyPr lIns="91427" tIns="45713" rIns="91427" bIns="45713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D4D4D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26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45EE91-F0AA-4244-95F3-9F4DFB676A8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26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|   Proprietary &amp; Confidential   |   www.apexsystems.com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326575"/>
            <a:ext cx="121920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3FC32A4-919E-CE97-14A7-AE5FA0C49907}"/>
              </a:ext>
            </a:extLst>
          </p:cNvPr>
          <p:cNvSpPr/>
          <p:nvPr userDrawn="1"/>
        </p:nvSpPr>
        <p:spPr>
          <a:xfrm>
            <a:off x="0" y="1238"/>
            <a:ext cx="2144332" cy="68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44AD5-5684-F4FC-95DA-E2A2431DC7F1}"/>
              </a:ext>
            </a:extLst>
          </p:cNvPr>
          <p:cNvSpPr txBox="1"/>
          <p:nvPr userDrawn="1"/>
        </p:nvSpPr>
        <p:spPr>
          <a:xfrm>
            <a:off x="273595" y="1562509"/>
            <a:ext cx="1730465" cy="276985"/>
          </a:xfrm>
          <a:prstGeom prst="rect">
            <a:avLst/>
          </a:prstGeom>
          <a:noFill/>
          <a:effectLst/>
        </p:spPr>
        <p:txBody>
          <a:bodyPr wrap="square" lIns="91427" tIns="45713" rIns="91427" bIns="45713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17A65-A349-EA83-513B-AC7C1E8D7017}"/>
              </a:ext>
            </a:extLst>
          </p:cNvPr>
          <p:cNvSpPr txBox="1"/>
          <p:nvPr userDrawn="1"/>
        </p:nvSpPr>
        <p:spPr>
          <a:xfrm>
            <a:off x="273595" y="3086053"/>
            <a:ext cx="1730465" cy="276985"/>
          </a:xfrm>
          <a:prstGeom prst="rect">
            <a:avLst/>
          </a:prstGeom>
          <a:noFill/>
          <a:effectLst/>
        </p:spPr>
        <p:txBody>
          <a:bodyPr wrap="square" lIns="91427" tIns="45713" rIns="91427" bIns="45713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SERVICES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18040-3F65-424D-944C-FED3BA25E46E}"/>
              </a:ext>
            </a:extLst>
          </p:cNvPr>
          <p:cNvSpPr txBox="1"/>
          <p:nvPr userDrawn="1"/>
        </p:nvSpPr>
        <p:spPr>
          <a:xfrm>
            <a:off x="273595" y="4606296"/>
            <a:ext cx="1730465" cy="276985"/>
          </a:xfrm>
          <a:prstGeom prst="rect">
            <a:avLst/>
          </a:prstGeom>
          <a:noFill/>
          <a:effectLst/>
        </p:spPr>
        <p:txBody>
          <a:bodyPr wrap="square" lIns="91427" tIns="45713" rIns="91427" bIns="45713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SKILLS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279B2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B7A29A-827C-4BB3-C5A5-EA2362293733}"/>
              </a:ext>
            </a:extLst>
          </p:cNvPr>
          <p:cNvCxnSpPr>
            <a:cxnSpLocks/>
          </p:cNvCxnSpPr>
          <p:nvPr userDrawn="1"/>
        </p:nvCxnSpPr>
        <p:spPr>
          <a:xfrm>
            <a:off x="396339" y="1804515"/>
            <a:ext cx="901888" cy="0"/>
          </a:xfrm>
          <a:prstGeom prst="line">
            <a:avLst/>
          </a:prstGeom>
          <a:noFill/>
          <a:ln w="12700" cap="flat" cmpd="sng" algn="ctr">
            <a:solidFill>
              <a:srgbClr val="9FE2D8"/>
            </a:solidFill>
            <a:prstDash val="solid"/>
            <a:miter lim="800000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7214FD-8E62-1E46-B9E7-2D9A5BD561BA}"/>
              </a:ext>
            </a:extLst>
          </p:cNvPr>
          <p:cNvCxnSpPr>
            <a:cxnSpLocks/>
          </p:cNvCxnSpPr>
          <p:nvPr userDrawn="1"/>
        </p:nvCxnSpPr>
        <p:spPr>
          <a:xfrm>
            <a:off x="396340" y="3325862"/>
            <a:ext cx="901888" cy="0"/>
          </a:xfrm>
          <a:prstGeom prst="line">
            <a:avLst/>
          </a:prstGeom>
          <a:noFill/>
          <a:ln w="12700" cap="flat" cmpd="sng" algn="ctr">
            <a:solidFill>
              <a:srgbClr val="9FE2D8"/>
            </a:solidFill>
            <a:prstDash val="solid"/>
            <a:miter lim="800000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CBC265-B569-F6CB-595B-6ADDFDA9643B}"/>
              </a:ext>
            </a:extLst>
          </p:cNvPr>
          <p:cNvCxnSpPr>
            <a:cxnSpLocks/>
          </p:cNvCxnSpPr>
          <p:nvPr userDrawn="1"/>
        </p:nvCxnSpPr>
        <p:spPr>
          <a:xfrm>
            <a:off x="396340" y="4847418"/>
            <a:ext cx="901888" cy="0"/>
          </a:xfrm>
          <a:prstGeom prst="line">
            <a:avLst/>
          </a:prstGeom>
          <a:noFill/>
          <a:ln w="12700" cap="flat" cmpd="sng" algn="ctr">
            <a:solidFill>
              <a:srgbClr val="9FE2D8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31913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gif"/><Relationship Id="rId4" Type="http://schemas.openxmlformats.org/officeDocument/2006/relationships/image" Target="../media/image16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C4648-B824-EC61-A9A3-B85FD07B6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16" y="2397971"/>
            <a:ext cx="7170068" cy="2155371"/>
          </a:xfrm>
        </p:spPr>
        <p:txBody>
          <a:bodyPr/>
          <a:lstStyle/>
          <a:p>
            <a:pPr rtl="0"/>
            <a:r>
              <a:rPr lang="en-US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 to spectral graph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05291-3896-EC04-C5C9-AF04E78EEF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47461" y="5212887"/>
            <a:ext cx="6400304" cy="415925"/>
          </a:xfrm>
        </p:spPr>
        <p:txBody>
          <a:bodyPr/>
          <a:lstStyle/>
          <a:p>
            <a:r>
              <a:rPr lang="en-US" sz="1600" dirty="0"/>
              <a:t>02-13-2025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365EF35-028C-F901-4A3D-29BF2726EAE1}"/>
              </a:ext>
            </a:extLst>
          </p:cNvPr>
          <p:cNvSpPr txBox="1">
            <a:spLocks/>
          </p:cNvSpPr>
          <p:nvPr/>
        </p:nvSpPr>
        <p:spPr>
          <a:xfrm>
            <a:off x="1847461" y="4651997"/>
            <a:ext cx="6400304" cy="41592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Isaac Gutierrez Ruiz</a:t>
            </a:r>
          </a:p>
        </p:txBody>
      </p:sp>
      <p:pic>
        <p:nvPicPr>
          <p:cNvPr id="3074" name="Picture 2" descr="A picture containing cartoon, clipart, emoticon, graphics&#10;&#10;Description automatically generated">
            <a:extLst>
              <a:ext uri="{FF2B5EF4-FFF2-40B4-BE49-F238E27FC236}">
                <a16:creationId xmlns:a16="http://schemas.microsoft.com/office/drawing/2014/main" id="{D36591E5-1973-B8FD-8323-7011B8C24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3" y="4651997"/>
            <a:ext cx="972778" cy="97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28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E296-D1A0-EE0C-2E66-E7260C50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17" y="3977449"/>
            <a:ext cx="6400800" cy="665086"/>
          </a:xfrm>
        </p:spPr>
        <p:txBody>
          <a:bodyPr/>
          <a:lstStyle/>
          <a:p>
            <a:r>
              <a:rPr lang="en-US" dirty="0"/>
              <a:t>I’m Isaac Gutierrez Ruiz </a:t>
            </a:r>
            <a:endParaRPr lang="es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71E46A-AEA1-21F7-9D14-870CF6C271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8812" y="4662029"/>
            <a:ext cx="7300199" cy="415925"/>
          </a:xfrm>
        </p:spPr>
        <p:txBody>
          <a:bodyPr/>
          <a:lstStyle/>
          <a:p>
            <a:r>
              <a:rPr lang="en-US" dirty="0"/>
              <a:t>From Data as Machine Learning Engineer </a:t>
            </a:r>
            <a:endParaRPr lang="es-MX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EB90768-B0E5-8D54-0955-1484B35A6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86700" y="20435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0" name="Imagen 9" descr="Un hombre con lentes y casco&#10;&#10;El contenido generado por IA puede ser incorrecto.">
            <a:extLst>
              <a:ext uri="{FF2B5EF4-FFF2-40B4-BE49-F238E27FC236}">
                <a16:creationId xmlns:a16="http://schemas.microsoft.com/office/drawing/2014/main" id="{3C809157-6D09-58B2-FDF0-D2E96DB5E8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69" y="526591"/>
            <a:ext cx="2441974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2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acher with solid fill">
            <a:extLst>
              <a:ext uri="{FF2B5EF4-FFF2-40B4-BE49-F238E27FC236}">
                <a16:creationId xmlns:a16="http://schemas.microsoft.com/office/drawing/2014/main" id="{BE8ECC45-F133-3C95-BC23-7B7BBD0D013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7600" y="1118333"/>
            <a:ext cx="5156200" cy="51562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8D1D7D-94DA-49FD-852A-7F145840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250"/>
            <a:ext cx="10515600" cy="455271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7B6E15-4712-4BFF-BC90-A900D3D00E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063786"/>
            <a:ext cx="5156200" cy="526529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What is clustering?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Why do we need alternatives to classical clustering methods?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Graph theory / Computer science approach to clustering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Basic Graph theory concepts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Eigenvector and eigenvalues of a Laplacian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Spectral clustering algorithm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2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A5998-032B-4549-BDC0-BAC29CAFB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clustering?</a:t>
            </a:r>
          </a:p>
        </p:txBody>
      </p:sp>
    </p:spTree>
    <p:extLst>
      <p:ext uri="{BB962C8B-B14F-4D97-AF65-F5344CB8AC3E}">
        <p14:creationId xmlns:p14="http://schemas.microsoft.com/office/powerpoint/2010/main" val="69542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8D1D7D-94DA-49FD-852A-7F145840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clustering?</a:t>
            </a:r>
            <a:br>
              <a:rPr lang="en-US" dirty="0"/>
            </a:br>
            <a:endParaRPr lang="en-U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91DD3D-35B9-4E3E-B4E8-C90EF7AFAC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199" y="1372545"/>
            <a:ext cx="2878777" cy="5265297"/>
          </a:xfrm>
        </p:spPr>
        <p:txBody>
          <a:bodyPr/>
          <a:lstStyle/>
          <a:p>
            <a:pPr rtl="0">
              <a:spcAft>
                <a:spcPts val="1200"/>
              </a:spcAft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Clustering is an unsupervised machine learning technique designed to group unlabeled examples based on their similarity to each other.</a:t>
            </a:r>
            <a:endParaRPr lang="en-US" sz="2400" b="0" dirty="0">
              <a:effectLst/>
            </a:endParaRPr>
          </a:p>
          <a:p>
            <a:br>
              <a:rPr lang="en-US" dirty="0"/>
            </a:br>
            <a:endParaRPr lang="es-MX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C45664D-8F91-EA44-AB57-4A4D6313E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289" y="1233487"/>
            <a:ext cx="772477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53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394A-E65A-1379-756E-159550AC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8A7A95-4498-D10C-94E6-122C60DAB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do we need alternatives to classical clustering methods?</a:t>
            </a:r>
          </a:p>
        </p:txBody>
      </p:sp>
    </p:spTree>
    <p:extLst>
      <p:ext uri="{BB962C8B-B14F-4D97-AF65-F5344CB8AC3E}">
        <p14:creationId xmlns:p14="http://schemas.microsoft.com/office/powerpoint/2010/main" val="312407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9833-8E0E-8394-2149-BB841678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B2F6F8-08E4-8880-6B18-05ED3E25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alternatives to classical clustering methods?</a:t>
            </a:r>
            <a:br>
              <a:rPr lang="en-US" dirty="0"/>
            </a:br>
            <a:endParaRPr lang="es-MX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F5C6438-19B2-A8B2-3D1C-8A17D4A3AA9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36C8E2B-6F0C-09B6-27FD-01A4ED9DB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9D536FB-7D4F-E560-8AFD-337DB33B5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3786"/>
            <a:ext cx="12065000" cy="491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3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3AB0-7F20-0E5A-92EC-4E3FD9FB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4CB769-3AC9-7450-C31F-BF2671B7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alternatives to classical clustering methods?</a:t>
            </a:r>
            <a:br>
              <a:rPr lang="en-US" dirty="0"/>
            </a:br>
            <a:endParaRPr lang="es-MX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B8151A3-5890-79D8-2BC0-A7AD8CC01E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063786"/>
            <a:ext cx="4367784" cy="5265297"/>
          </a:xfrm>
        </p:spPr>
        <p:txBody>
          <a:bodyPr/>
          <a:lstStyle/>
          <a:p>
            <a:pPr rtl="0">
              <a:spcAft>
                <a:spcPts val="1200"/>
              </a:spcAft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K-means assumes clusters are convex and spherical, which can fail for more complex shapes.</a:t>
            </a:r>
            <a:endParaRPr lang="en-US" sz="2400" b="0" dirty="0">
              <a:effectLst/>
            </a:endParaRPr>
          </a:p>
          <a:p>
            <a:br>
              <a:rPr lang="en-US" dirty="0"/>
            </a:br>
            <a:endParaRPr lang="es-MX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6283DF0-A6CF-16C7-90A7-6625486D0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A7E35A26-B677-28E0-4C82-E5174765AD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9"/>
          <a:stretch/>
        </p:blipFill>
        <p:spPr bwMode="auto">
          <a:xfrm>
            <a:off x="106680" y="2887195"/>
            <a:ext cx="8255153" cy="371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CD188335-9C07-578B-A3CC-BAA5BED9B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79"/>
          <a:stretch/>
        </p:blipFill>
        <p:spPr bwMode="auto">
          <a:xfrm>
            <a:off x="7413625" y="846521"/>
            <a:ext cx="4671695" cy="465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27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1DFA-CEF2-BBA3-5D7F-551921181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47646-A08E-81CF-64BD-9AE7AFC65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Graph theory / Computer science approach to clustering</a:t>
            </a:r>
          </a:p>
        </p:txBody>
      </p:sp>
    </p:spTree>
    <p:extLst>
      <p:ext uri="{BB962C8B-B14F-4D97-AF65-F5344CB8AC3E}">
        <p14:creationId xmlns:p14="http://schemas.microsoft.com/office/powerpoint/2010/main" val="390251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18BD-3666-D564-E3BA-76FA0586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446E3C4-760C-7190-57FE-F17E267A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sz="2800" b="0" i="0" u="none" strike="noStrike" dirty="0">
                <a:solidFill>
                  <a:srgbClr val="F86972"/>
                </a:solidFill>
                <a:effectLst/>
                <a:latin typeface="Arial" panose="020B0604020202020204" pitchFamily="34" charset="0"/>
              </a:rPr>
              <a:t>Graph theory / Computer science approach to clustering</a:t>
            </a:r>
            <a:br>
              <a:rPr lang="en-US" sz="3600" b="0" dirty="0">
                <a:effectLst/>
              </a:rPr>
            </a:br>
            <a:br>
              <a:rPr lang="en-US" sz="3600" dirty="0"/>
            </a:br>
            <a:endParaRPr lang="es-MX" sz="360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1F439CA-8522-6577-F6B7-CD45EDF48B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199" y="1063786"/>
            <a:ext cx="4133355" cy="5265297"/>
          </a:xfrm>
        </p:spPr>
        <p:txBody>
          <a:bodyPr/>
          <a:lstStyle/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Graph clustering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community detection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a partitioning problem in graph theory where the goal is to divide a graph into subsets of node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We do this by: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Maximized connection inside the subset. </a:t>
            </a:r>
          </a:p>
          <a:p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Minimizing connection outside the subset.</a:t>
            </a:r>
            <a:endParaRPr lang="es-MX" sz="20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B4508D-C81F-4B67-F8BD-92F0E11B5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DEE4841-509F-E618-CC57-1A6A721DF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555" y="1209597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00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37B6-18B6-785B-ACD2-61453BF3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60ACBC9-A0EE-280E-2677-7736415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sz="2800" b="0" i="0" u="none" strike="noStrike" dirty="0">
                <a:solidFill>
                  <a:srgbClr val="F86972"/>
                </a:solidFill>
                <a:effectLst/>
                <a:latin typeface="Arial" panose="020B0604020202020204" pitchFamily="34" charset="0"/>
              </a:rPr>
              <a:t>Graph theory / Computer science approach to clustering</a:t>
            </a:r>
            <a:br>
              <a:rPr lang="en-US" sz="3600" b="0" dirty="0">
                <a:effectLst/>
              </a:rPr>
            </a:br>
            <a:br>
              <a:rPr lang="en-US" sz="3600" dirty="0"/>
            </a:br>
            <a:endParaRPr lang="es-MX" sz="36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E466D1F-A5BE-B85D-F643-75E506845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6D2EF86-54AD-F2E3-40A6-90F9B5A18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922" y="141043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59C3A5E1-84DD-1000-BDD4-092D87F5B15A}"/>
              </a:ext>
            </a:extLst>
          </p:cNvPr>
          <p:cNvSpPr txBox="1">
            <a:spLocks/>
          </p:cNvSpPr>
          <p:nvPr/>
        </p:nvSpPr>
        <p:spPr>
          <a:xfrm>
            <a:off x="838199" y="1063786"/>
            <a:ext cx="4133355" cy="52652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Graph clustering</a:t>
            </a: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 or </a:t>
            </a: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community detection</a:t>
            </a: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 is a partitioning problem in graph theory where the goal is to divide a graph into subsets of node.</a:t>
            </a:r>
          </a:p>
          <a:p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We do this by:</a:t>
            </a:r>
          </a:p>
          <a:p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Maximized connection inside the subset. </a:t>
            </a:r>
          </a:p>
          <a:p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Minimizing connection outside the subset.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20653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728A-1C1E-E393-E012-6ABAC16D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ABE43F-6139-E6F8-9EAF-ABABE6D1C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Graph theory concepts</a:t>
            </a:r>
          </a:p>
        </p:txBody>
      </p:sp>
    </p:spTree>
    <p:extLst>
      <p:ext uri="{BB962C8B-B14F-4D97-AF65-F5344CB8AC3E}">
        <p14:creationId xmlns:p14="http://schemas.microsoft.com/office/powerpoint/2010/main" val="330530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7D9B-A3B8-75A0-C8E4-837CFE2F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F71842E-40A2-047B-875C-313BE0DE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400"/>
          <a:stretch/>
        </p:blipFill>
        <p:spPr>
          <a:xfrm>
            <a:off x="192751" y="1993411"/>
            <a:ext cx="7982646" cy="3047502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999C81B-059E-36DE-A977-77141399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Graph theory concepts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93D1048-A2F5-C3F2-EAB2-2A8D9BF22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202" name="Picture 10">
            <a:extLst>
              <a:ext uri="{FF2B5EF4-FFF2-40B4-BE49-F238E27FC236}">
                <a16:creationId xmlns:a16="http://schemas.microsoft.com/office/drawing/2014/main" id="{D263DF4A-CF69-3B25-A78C-E802B4093A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83" r="3614"/>
          <a:stretch/>
        </p:blipFill>
        <p:spPr bwMode="auto">
          <a:xfrm>
            <a:off x="8383978" y="1050436"/>
            <a:ext cx="3206339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>
            <a:extLst>
              <a:ext uri="{FF2B5EF4-FFF2-40B4-BE49-F238E27FC236}">
                <a16:creationId xmlns:a16="http://schemas.microsoft.com/office/drawing/2014/main" id="{D582AD6F-A4C1-0EC9-B2A4-ECBFEE1BC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75" b="93333" l="6094" r="94688">
                        <a14:foregroundMark x1="7187" y1="13958" x2="16875" y2="88542"/>
                        <a14:foregroundMark x1="16875" y1="88542" x2="39063" y2="45417"/>
                        <a14:foregroundMark x1="39063" y1="45417" x2="82500" y2="16458"/>
                        <a14:foregroundMark x1="82500" y1="16458" x2="47969" y2="30833"/>
                        <a14:foregroundMark x1="47969" y1="30833" x2="20313" y2="25833"/>
                        <a14:foregroundMark x1="20313" y1="25833" x2="7031" y2="15833"/>
                        <a14:foregroundMark x1="7031" y1="15833" x2="6094" y2="14167"/>
                        <a14:foregroundMark x1="80781" y1="17708" x2="80781" y2="17708"/>
                        <a14:foregroundMark x1="80781" y1="16875" x2="94688" y2="7083"/>
                        <a14:foregroundMark x1="90625" y1="3750" x2="91563" y2="1875"/>
                        <a14:foregroundMark x1="63438" y1="22500" x2="82188" y2="13958"/>
                        <a14:foregroundMark x1="14531" y1="77083" x2="12500" y2="93333"/>
                        <a14:foregroundMark x1="12500" y1="93333" x2="32969" y2="66667"/>
                        <a14:foregroundMark x1="32969" y1="66667" x2="41094" y2="46667"/>
                        <a14:foregroundMark x1="41094" y1="46667" x2="44375" y2="427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927" y="3246970"/>
            <a:ext cx="4184073" cy="313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39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AC48-DEE5-90D4-2943-EE60DB63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30CFA09-0C5A-9AD9-37C7-F8A5DC64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Graph theory concepts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85EE67B-3598-CFC6-B840-7A2F8A52B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20E56F-241F-6601-8CDD-67932CB4D7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158"/>
          <a:stretch/>
        </p:blipFill>
        <p:spPr>
          <a:xfrm>
            <a:off x="335972" y="1927211"/>
            <a:ext cx="7440514" cy="258764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C29A8E4-CE88-1037-EEF9-6764807FF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87"/>
          <a:stretch/>
        </p:blipFill>
        <p:spPr bwMode="auto">
          <a:xfrm>
            <a:off x="8550234" y="1112348"/>
            <a:ext cx="3207822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015708F3-C86B-ACCF-BC95-C9FDDCF6B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637" y="3429001"/>
            <a:ext cx="3826419" cy="286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13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045E-79A0-8AF2-945F-E9922ED57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64B7D4-99DC-B06C-B254-B86AD05B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Graph theory concepts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AE1B628-4D68-FF0D-9085-67BB42DA6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44213DB-0C56-5ED4-F4B3-AED52D5C5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4"/>
          <a:stretch/>
        </p:blipFill>
        <p:spPr bwMode="auto">
          <a:xfrm>
            <a:off x="8319407" y="4364509"/>
            <a:ext cx="3716233" cy="209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72789EE-4B55-F53D-189A-91214054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266"/>
          <a:stretch/>
        </p:blipFill>
        <p:spPr>
          <a:xfrm>
            <a:off x="91045" y="3606200"/>
            <a:ext cx="8585724" cy="790698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4D046AC4-E100-5446-A2C0-D28C0868C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1" r="3614"/>
          <a:stretch/>
        </p:blipFill>
        <p:spPr bwMode="auto">
          <a:xfrm>
            <a:off x="3026724" y="4486522"/>
            <a:ext cx="2169227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A217CEA-42D4-FC1C-6F76-D59E539D5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50"/>
          <a:stretch/>
        </p:blipFill>
        <p:spPr bwMode="auto">
          <a:xfrm>
            <a:off x="6095999" y="4582018"/>
            <a:ext cx="212469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DD9F31-81FF-D66C-1C5A-58B0B2AB5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594"/>
          <a:stretch/>
        </p:blipFill>
        <p:spPr>
          <a:xfrm>
            <a:off x="496784" y="1388596"/>
            <a:ext cx="8585724" cy="219280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B5FA871-05E4-162B-64CD-9228E62F1DBA}"/>
              </a:ext>
            </a:extLst>
          </p:cNvPr>
          <p:cNvSpPr/>
          <p:nvPr/>
        </p:nvSpPr>
        <p:spPr>
          <a:xfrm>
            <a:off x="5294664" y="5455543"/>
            <a:ext cx="489857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 err="1"/>
          </a:p>
        </p:txBody>
      </p:sp>
    </p:spTree>
    <p:extLst>
      <p:ext uri="{BB962C8B-B14F-4D97-AF65-F5344CB8AC3E}">
        <p14:creationId xmlns:p14="http://schemas.microsoft.com/office/powerpoint/2010/main" val="193301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5FD-73FE-4809-BC3A-7B0CC37E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E8730-CC89-28DB-7484-EF14B11EA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Eigenvector and eigenvalues of a Laplacian</a:t>
            </a:r>
          </a:p>
        </p:txBody>
      </p:sp>
    </p:spTree>
    <p:extLst>
      <p:ext uri="{BB962C8B-B14F-4D97-AF65-F5344CB8AC3E}">
        <p14:creationId xmlns:p14="http://schemas.microsoft.com/office/powerpoint/2010/main" val="330379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101C-52B7-AF6A-F0D6-80D87414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2B28675-5394-AA1D-27A2-34C07ECC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eigenvalues of a Laplacian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DBA9199-F942-8305-2DD8-428E6FB1A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FBEE27-7F5A-A7B4-FEAF-833704A0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291"/>
          <a:stretch/>
        </p:blipFill>
        <p:spPr>
          <a:xfrm>
            <a:off x="101653" y="1126673"/>
            <a:ext cx="7083317" cy="1665514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BE3C1105-F260-1084-FF64-91641190B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94" y="425813"/>
            <a:ext cx="3775363" cy="2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DD5EA3D7-4BA6-F31B-52D7-510329AA2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493" y="3317456"/>
            <a:ext cx="5999317" cy="325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156E7CA-4E49-E18B-7467-1D2DD133F3DC}"/>
              </a:ext>
            </a:extLst>
          </p:cNvPr>
          <p:cNvSpPr txBox="1"/>
          <p:nvPr/>
        </p:nvSpPr>
        <p:spPr>
          <a:xfrm>
            <a:off x="838200" y="4376057"/>
            <a:ext cx="3575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eigenvectors of the Laplacian provide insights into the graph's structure; specifically, they can be used to find clusters or communities within the graph.</a:t>
            </a:r>
            <a:endParaRPr lang="es-MX" dirty="0" err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A986E61-555C-955F-6F61-584C84329F69}"/>
              </a:ext>
            </a:extLst>
          </p:cNvPr>
          <p:cNvSpPr/>
          <p:nvPr/>
        </p:nvSpPr>
        <p:spPr>
          <a:xfrm>
            <a:off x="4588329" y="2303856"/>
            <a:ext cx="2196192" cy="5699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 err="1"/>
          </a:p>
        </p:txBody>
      </p:sp>
    </p:spTree>
    <p:extLst>
      <p:ext uri="{BB962C8B-B14F-4D97-AF65-F5344CB8AC3E}">
        <p14:creationId xmlns:p14="http://schemas.microsoft.com/office/powerpoint/2010/main" val="3879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77942-9DB4-9749-AD58-F75D4869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90E867E-F891-E407-4BD6-C3A10A1A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Example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64C5F10-83DF-A2EB-6E2D-4D4B16CCC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1808745"/>
            <a:ext cx="7540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4A07698-F51D-2A31-03AB-5A0774258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288" y="1283808"/>
            <a:ext cx="8262210" cy="472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>
            <a:extLst>
              <a:ext uri="{FF2B5EF4-FFF2-40B4-BE49-F238E27FC236}">
                <a16:creationId xmlns:a16="http://schemas.microsoft.com/office/drawing/2014/main" id="{CA15F007-B4F5-895F-DD22-A9CD37733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17" y="2637741"/>
            <a:ext cx="3475095" cy="337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59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63342-18BC-72AB-A199-55B49B91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19BE89-63E0-69A0-9F7A-E68601FA7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Spectral clustering algorithm</a:t>
            </a:r>
          </a:p>
        </p:txBody>
      </p:sp>
    </p:spTree>
    <p:extLst>
      <p:ext uri="{BB962C8B-B14F-4D97-AF65-F5344CB8AC3E}">
        <p14:creationId xmlns:p14="http://schemas.microsoft.com/office/powerpoint/2010/main" val="351795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11D3-257F-6C1C-164E-CC8FFA45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720B0D0-AD13-885B-55E7-C799759C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Spectral clustering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0A6F2B9E-2028-2AC9-CD52-54C196C69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8823" y="1377704"/>
                <a:ext cx="8537385" cy="5025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>
                  <a:spcAft>
                    <a:spcPts val="1200"/>
                  </a:spcAf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Given a set of points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that we want to cluster into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subsets:</a:t>
                </a:r>
                <a:endParaRPr lang="es-MX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Form the affinity matrix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⁡</m:t>
                    </m:r>
                    <m:d>
                      <m:d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∥"/>
                                <m:endChr m:val="∥"/>
                                <m:ctrlPr>
                                  <a:rPr lang="es-MX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/2</m:t>
                        </m:r>
                        <m:sSup>
                          <m:sSup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s-MX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to be the diagonal matrix whose </a:t>
                </a:r>
                <a14:m>
                  <m:oMath xmlns:m="http://schemas.openxmlformats.org/officeDocument/2006/math"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-element is the sum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's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row, and construct the matrix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1/2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1/2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MX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largest eigenvectors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(chosen to be orthogonal to each other in the case of repeated eigenvalues), and form the matrix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s-MX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by stacking the eigenvectors in columns.</a:t>
                </a:r>
                <a:endParaRPr lang="es-MX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Treating each row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as a point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cluster them into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clusters via K-means or any other algorithm (that attempts to minimize distortion).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Form the matrix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by renormalizing each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's rows to have unit length.</a:t>
                </a:r>
                <a:endParaRPr lang="es-MX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Finally, assign the original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to cluster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if and only if row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of the matrix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was assigned to cluster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s-MX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MX" altLang="es-MX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0A6F2B9E-2028-2AC9-CD52-54C196C69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8823" y="1377704"/>
                <a:ext cx="8537385" cy="5025543"/>
              </a:xfrm>
              <a:prstGeom prst="rect">
                <a:avLst/>
              </a:prstGeom>
              <a:blipFill>
                <a:blip r:embed="rId2"/>
                <a:stretch>
                  <a:fillRect l="-643" t="-1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66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F07E0C-7E57-FE6F-815A-5B46546D3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17" y="4577572"/>
            <a:ext cx="2295833" cy="652796"/>
          </a:xfrm>
        </p:spPr>
        <p:txBody>
          <a:bodyPr lIns="91440" tIns="45720" rIns="91440" bIns="45720" anchor="ctr"/>
          <a:lstStyle/>
          <a:p>
            <a:pPr algn="ctr"/>
            <a:r>
              <a:rPr lang="en-US" dirty="0">
                <a:ea typeface="+mn-lt"/>
                <a:cs typeface="+mn-lt"/>
              </a:rPr>
              <a:t>Q &amp; A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16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A5998-032B-4549-BDC0-BAC29CAFB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Don’t forget to submit your IC points!!!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F2A13-50E6-DACE-281E-8C71AFADA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0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97D548D6-3635-BDA1-FC01-2252B236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250"/>
            <a:ext cx="10515600" cy="455271"/>
          </a:xfrm>
        </p:spPr>
        <p:txBody>
          <a:bodyPr lIns="91440" tIns="45720" rIns="91440" bIns="45720">
            <a:normAutofit/>
          </a:bodyPr>
          <a:lstStyle/>
          <a:p>
            <a:r>
              <a:rPr lang="en-US" dirty="0"/>
              <a:t>How to register my IC Points?</a:t>
            </a:r>
            <a:endParaRPr lang="es-MX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B28E05-3BD6-22F6-9EF9-86C202AA1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6103"/>
            <a:ext cx="9221487" cy="43344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5240AB-427B-3EBA-B41C-7EDEF8033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266" y="846521"/>
            <a:ext cx="5439534" cy="509658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1815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A5998-032B-4549-BDC0-BAC29CAFB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Keep Growing!</a:t>
            </a:r>
            <a:endParaRPr lang="en-US" dirty="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6F868-31B4-DAE2-1FB3-942B0B0B49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4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5135-5899-1653-6644-74B740FD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EBC4-3521-9815-16A0-3E908C65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solidFill>
                  <a:schemeClr val="tx1"/>
                </a:solidFill>
              </a:rPr>
              <a:t>United Efforts, Singular Vision: Your Success!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ECD8E-E7C6-B7F6-5ECB-21841BF07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cs typeface="Arial"/>
              </a:rPr>
              <a:t>DEVTALKS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51DFB-18AA-F3AC-89C0-B868B38AE5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cs typeface="Arial"/>
              </a:rPr>
              <a:t>Lunch &amp; Learn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EB306-903F-3E7B-2D50-1EA923490C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cs typeface="Arial"/>
              </a:rPr>
              <a:t>Communication Program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F209FF-66F0-07EF-4DAD-B785F658F6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4916" y="2346813"/>
            <a:ext cx="2694517" cy="1942127"/>
          </a:xfrm>
        </p:spPr>
        <p:txBody>
          <a:bodyPr lIns="91440" tIns="45720" rIns="91440" bIns="45720" anchor="t"/>
          <a:lstStyle/>
          <a:p>
            <a:pPr rtl="0"/>
            <a:r>
              <a:rPr lang="en-US" b="1" dirty="0"/>
              <a:t>Benefits for Presenters</a:t>
            </a:r>
            <a:r>
              <a:rPr lang="en-US" dirty="0"/>
              <a:t>: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dirty="0"/>
              <a:t>Professional development, practice public speaking </a:t>
            </a:r>
            <a:r>
              <a:rPr lang="en-US" b="1" dirty="0"/>
              <a:t>skills in English.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Develop your technical and communication skills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Share your knowledge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Connect and grow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Earn IC points for Developing training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DA8101-C946-136D-6896-376805D378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39264" y="4381670"/>
            <a:ext cx="2690169" cy="1945815"/>
          </a:xfrm>
        </p:spPr>
        <p:txBody>
          <a:bodyPr/>
          <a:lstStyle/>
          <a:p>
            <a:r>
              <a:rPr lang="en-US" b="1" dirty="0"/>
              <a:t>Benefits for Attendees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You can learn something new every Lunch and learn 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Every Lunch and Learn is recorded and available for everybody via </a:t>
            </a:r>
            <a:r>
              <a:rPr lang="en-US" dirty="0" err="1">
                <a:cs typeface="Arial"/>
              </a:rPr>
              <a:t>Percipio</a:t>
            </a:r>
            <a:endParaRPr lang="en-US" dirty="0"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Earn </a:t>
            </a:r>
            <a:r>
              <a:rPr lang="en-US" dirty="0"/>
              <a:t>Training Completed IC points for joining the call or viewing the presentation later via the </a:t>
            </a:r>
            <a:r>
              <a:rPr lang="en-US" dirty="0" err="1"/>
              <a:t>Percipio</a:t>
            </a:r>
            <a:r>
              <a:rPr lang="en-US" dirty="0"/>
              <a:t> presentation link.</a:t>
            </a:r>
            <a:endParaRPr lang="en-US" dirty="0"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1D3442-B794-45F7-750B-F050350EF4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89031" y="2346814"/>
            <a:ext cx="2694517" cy="1942127"/>
          </a:xfrm>
        </p:spPr>
        <p:txBody>
          <a:bodyPr lIns="91440" tIns="45720" rIns="91440" bIns="45720" anchor="t"/>
          <a:lstStyle/>
          <a:p>
            <a:r>
              <a:rPr lang="en-US" b="1" dirty="0">
                <a:cs typeface="Arial"/>
              </a:rPr>
              <a:t>Benefits for Presenters: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Practice public speaking </a:t>
            </a:r>
            <a:r>
              <a:rPr lang="en-US" b="1" dirty="0">
                <a:cs typeface="Arial"/>
              </a:rPr>
              <a:t>skills in English or Spanish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Develop your technical and communication skills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Share your knowledge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Connect and grow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Earn IC points for Developing training</a:t>
            </a:r>
          </a:p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6DFB4FD-3468-20B6-9D7D-A87EFCC1AA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89031" y="4381670"/>
            <a:ext cx="2694517" cy="2038543"/>
          </a:xfrm>
        </p:spPr>
        <p:txBody>
          <a:bodyPr/>
          <a:lstStyle/>
          <a:p>
            <a:r>
              <a:rPr lang="en-US" b="1" dirty="0">
                <a:cs typeface="Arial"/>
              </a:rPr>
              <a:t>Benefits for Attendees: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Every week you can learn something new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Every </a:t>
            </a:r>
            <a:r>
              <a:rPr lang="en-US" dirty="0" err="1">
                <a:cs typeface="Arial"/>
              </a:rPr>
              <a:t>Devtalk</a:t>
            </a:r>
            <a:r>
              <a:rPr lang="en-US" dirty="0">
                <a:cs typeface="Arial"/>
              </a:rPr>
              <a:t> is recorded and available for everybody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Earn Training Completed IC points for joining the call or viewing the presentation recorded later</a:t>
            </a:r>
            <a:endParaRPr lang="en-US" dirty="0">
              <a:cs typeface="Arial"/>
            </a:endParaRPr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72C5343-2E9B-E1D0-6419-44CA3BEA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77912" y="2346815"/>
            <a:ext cx="2694517" cy="1182966"/>
          </a:xfrm>
        </p:spPr>
        <p:txBody>
          <a:bodyPr lIns="91440" tIns="45720" rIns="91440" bIns="45720" anchor="t"/>
          <a:lstStyle/>
          <a:p>
            <a:r>
              <a:rPr lang="en-US" b="1" dirty="0">
                <a:cs typeface="Arial"/>
              </a:rPr>
              <a:t>English Leadership Program</a:t>
            </a:r>
          </a:p>
          <a:p>
            <a:r>
              <a:rPr lang="en-US" dirty="0"/>
              <a:t>Whether you are looking to overcome stage fright, refine your oratory skills, or develop leadership abilities, our program warmly welcomes participants of all skill levels.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53C5B1E-2E0B-BA29-05C3-C72A6F3855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77912" y="3599694"/>
            <a:ext cx="2694517" cy="2300148"/>
          </a:xfrm>
        </p:spPr>
        <p:txBody>
          <a:bodyPr/>
          <a:lstStyle/>
          <a:p>
            <a:r>
              <a:rPr lang="en-US" b="1" dirty="0"/>
              <a:t>English conversation club</a:t>
            </a:r>
          </a:p>
          <a:p>
            <a:pPr algn="l"/>
            <a:r>
              <a:rPr lang="en-US" b="0" i="0" dirty="0">
                <a:solidFill>
                  <a:srgbClr val="44546A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b="1" i="0" dirty="0">
                <a:solidFill>
                  <a:srgbClr val="44546A"/>
                </a:solidFill>
                <a:effectLst/>
                <a:latin typeface="Segoe UI" panose="020B0502040204020203" pitchFamily="34" charset="0"/>
              </a:rPr>
              <a:t>objective</a:t>
            </a:r>
            <a:r>
              <a:rPr lang="en-US" b="0" i="0" dirty="0">
                <a:solidFill>
                  <a:srgbClr val="44546A"/>
                </a:solidFill>
                <a:effectLst/>
                <a:latin typeface="Segoe UI" panose="020B0502040204020203" pitchFamily="34" charset="0"/>
              </a:rPr>
              <a:t> of English Conversation Club is to improve English skills among MDC employees; The goal is to allow members practice speaking and listening in an informal and relaxed environment.</a:t>
            </a:r>
            <a:endParaRPr lang="en-US" b="0" i="0" dirty="0">
              <a:solidFill>
                <a:srgbClr val="32313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44546A"/>
                </a:solidFill>
                <a:effectLst/>
                <a:latin typeface="Segoe UI" panose="020B0502040204020203" pitchFamily="34" charset="0"/>
              </a:rPr>
              <a:t>The Club focuses on providing an opportunity to speak regularly in small groups; These groups are facilitated/conducted by a Moderator who will lead the session.</a:t>
            </a:r>
            <a:endParaRPr lang="en-US" b="0" i="0" dirty="0">
              <a:solidFill>
                <a:srgbClr val="32313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94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F07E0C-7E57-FE6F-815A-5B46546D3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ea typeface="+mn-lt"/>
                <a:cs typeface="+mn-lt"/>
              </a:rPr>
              <a:t>Thank you!</a:t>
            </a:r>
            <a:endParaRPr lang="en-US">
              <a:cs typeface="Arial"/>
            </a:endParaRPr>
          </a:p>
        </p:txBody>
      </p:sp>
      <p:pic>
        <p:nvPicPr>
          <p:cNvPr id="2050" name="Picture 2" descr="A picture containing cartoon, clipart, emoticon, graphics&#10;&#10;Description automatically generated">
            <a:extLst>
              <a:ext uri="{FF2B5EF4-FFF2-40B4-BE49-F238E27FC236}">
                <a16:creationId xmlns:a16="http://schemas.microsoft.com/office/drawing/2014/main" id="{6F075466-2DD3-2F77-B32B-D38FFADAD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17" y="2273885"/>
            <a:ext cx="22955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39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itle Slide">
  <a:themeElements>
    <a:clrScheme name="From Scott">
      <a:dk1>
        <a:srgbClr val="44546A"/>
      </a:dk1>
      <a:lt1>
        <a:sysClr val="window" lastClr="FFFFFF"/>
      </a:lt1>
      <a:dk2>
        <a:srgbClr val="44546A"/>
      </a:dk2>
      <a:lt2>
        <a:srgbClr val="FFFFFF"/>
      </a:lt2>
      <a:accent1>
        <a:srgbClr val="EE9F2D"/>
      </a:accent1>
      <a:accent2>
        <a:srgbClr val="146094"/>
      </a:accent2>
      <a:accent3>
        <a:srgbClr val="E7792B"/>
      </a:accent3>
      <a:accent4>
        <a:srgbClr val="297A70"/>
      </a:accent4>
      <a:accent5>
        <a:srgbClr val="168BCD"/>
      </a:accent5>
      <a:accent6>
        <a:srgbClr val="37B3A2"/>
      </a:accent6>
      <a:hlink>
        <a:srgbClr val="0563C1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descreen Template.pptx" id="{9EF7D4AF-5A0D-431E-9852-EC476FBB5876}" vid="{FB084BAB-68DA-4045-813E-00C92FC35C24}"/>
    </a:ext>
  </a:extLst>
</a:theme>
</file>

<file path=ppt/theme/theme2.xml><?xml version="1.0" encoding="utf-8"?>
<a:theme xmlns:a="http://schemas.openxmlformats.org/drawingml/2006/main" name="Slide Layouts">
  <a:themeElements>
    <a:clrScheme name="Custom 50">
      <a:dk1>
        <a:srgbClr val="44546A"/>
      </a:dk1>
      <a:lt1>
        <a:sysClr val="window" lastClr="FFFFFF"/>
      </a:lt1>
      <a:dk2>
        <a:srgbClr val="7C95A5"/>
      </a:dk2>
      <a:lt2>
        <a:srgbClr val="FFFFFF"/>
      </a:lt2>
      <a:accent1>
        <a:srgbClr val="44546A"/>
      </a:accent1>
      <a:accent2>
        <a:srgbClr val="75D5C7"/>
      </a:accent2>
      <a:accent3>
        <a:srgbClr val="37B3A2"/>
      </a:accent3>
      <a:accent4>
        <a:srgbClr val="44546A"/>
      </a:accent4>
      <a:accent5>
        <a:srgbClr val="EE9F2D"/>
      </a:accent5>
      <a:accent6>
        <a:srgbClr val="F6C350"/>
      </a:accent6>
      <a:hlink>
        <a:srgbClr val="37B3A2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idescreen Template.pptx" id="{9EF7D4AF-5A0D-431E-9852-EC476FBB5876}" vid="{010D4CEC-D9F4-4416-881F-BF0B8E4BECF0}"/>
    </a:ext>
  </a:extLst>
</a:theme>
</file>

<file path=ppt/theme/theme3.xml><?xml version="1.0" encoding="utf-8"?>
<a:theme xmlns:a="http://schemas.openxmlformats.org/drawingml/2006/main" name="Case Stories Slide">
  <a:themeElements>
    <a:clrScheme name="Apex Systems Master">
      <a:dk1>
        <a:srgbClr val="44546A"/>
      </a:dk1>
      <a:lt1>
        <a:sysClr val="window" lastClr="FFFFFF"/>
      </a:lt1>
      <a:dk2>
        <a:srgbClr val="7C95A5"/>
      </a:dk2>
      <a:lt2>
        <a:srgbClr val="FFFFFF"/>
      </a:lt2>
      <a:accent1>
        <a:srgbClr val="44546A"/>
      </a:accent1>
      <a:accent2>
        <a:srgbClr val="75D5C7"/>
      </a:accent2>
      <a:accent3>
        <a:srgbClr val="37B3A2"/>
      </a:accent3>
      <a:accent4>
        <a:srgbClr val="44546A"/>
      </a:accent4>
      <a:accent5>
        <a:srgbClr val="EE9F2D"/>
      </a:accent5>
      <a:accent6>
        <a:srgbClr val="F6C350"/>
      </a:accent6>
      <a:hlink>
        <a:srgbClr val="37B3A2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idescreen Template.pptx" id="{9EF7D4AF-5A0D-431E-9852-EC476FBB5876}" vid="{58BD562F-42B3-4EC5-A4F5-1DBD5C2A0AD0}"/>
    </a:ext>
  </a:extLst>
</a:theme>
</file>

<file path=ppt/theme/theme4.xml><?xml version="1.0" encoding="utf-8"?>
<a:theme xmlns:a="http://schemas.openxmlformats.org/drawingml/2006/main" name="Two Case Stories Slide">
  <a:themeElements>
    <a:clrScheme name="Apex Systems Master">
      <a:dk1>
        <a:srgbClr val="44546A"/>
      </a:dk1>
      <a:lt1>
        <a:sysClr val="window" lastClr="FFFFFF"/>
      </a:lt1>
      <a:dk2>
        <a:srgbClr val="7C95A5"/>
      </a:dk2>
      <a:lt2>
        <a:srgbClr val="FFFFFF"/>
      </a:lt2>
      <a:accent1>
        <a:srgbClr val="44546A"/>
      </a:accent1>
      <a:accent2>
        <a:srgbClr val="75D5C7"/>
      </a:accent2>
      <a:accent3>
        <a:srgbClr val="37B3A2"/>
      </a:accent3>
      <a:accent4>
        <a:srgbClr val="44546A"/>
      </a:accent4>
      <a:accent5>
        <a:srgbClr val="EE9F2D"/>
      </a:accent5>
      <a:accent6>
        <a:srgbClr val="F6C350"/>
      </a:accent6>
      <a:hlink>
        <a:srgbClr val="37B3A2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idescreen Template.pptx" id="{9EF7D4AF-5A0D-431E-9852-EC476FBB5876}" vid="{A6152094-84C4-48CE-A808-C03C1B5B52EC}"/>
    </a:ext>
  </a:extLst>
</a:theme>
</file>

<file path=ppt/theme/theme5.xml><?xml version="1.0" encoding="utf-8"?>
<a:theme xmlns:a="http://schemas.openxmlformats.org/drawingml/2006/main" name="Bio Slide">
  <a:themeElements>
    <a:clrScheme name="Apex 2020">
      <a:dk1>
        <a:srgbClr val="44546A"/>
      </a:dk1>
      <a:lt1>
        <a:sysClr val="window" lastClr="FFFFFF"/>
      </a:lt1>
      <a:dk2>
        <a:srgbClr val="7C95A5"/>
      </a:dk2>
      <a:lt2>
        <a:srgbClr val="FFFFFF"/>
      </a:lt2>
      <a:accent1>
        <a:srgbClr val="44546A"/>
      </a:accent1>
      <a:accent2>
        <a:srgbClr val="75D5C7"/>
      </a:accent2>
      <a:accent3>
        <a:srgbClr val="37B3A2"/>
      </a:accent3>
      <a:accent4>
        <a:srgbClr val="44546A"/>
      </a:accent4>
      <a:accent5>
        <a:srgbClr val="EE9F2D"/>
      </a:accent5>
      <a:accent6>
        <a:srgbClr val="F6C350"/>
      </a:accent6>
      <a:hlink>
        <a:srgbClr val="37B3A2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555555"/>
            </a:solidFill>
            <a:latin typeface="Arial Narrow" panose="020B0606020202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idescreen Template.pptx" id="{9EF7D4AF-5A0D-431E-9852-EC476FBB5876}" vid="{E577631E-0FCB-4339-9686-3DC2F594CF6D}"/>
    </a:ext>
  </a:extLst>
</a:theme>
</file>

<file path=ppt/theme/theme6.xml><?xml version="1.0" encoding="utf-8"?>
<a:theme xmlns:a="http://schemas.openxmlformats.org/drawingml/2006/main" name="Breaker Slide">
  <a:themeElements>
    <a:clrScheme name="Custom 3">
      <a:dk1>
        <a:srgbClr val="44546A"/>
      </a:dk1>
      <a:lt1>
        <a:sysClr val="window" lastClr="FFFFFF"/>
      </a:lt1>
      <a:dk2>
        <a:srgbClr val="44546A"/>
      </a:dk2>
      <a:lt2>
        <a:srgbClr val="FFFFFF"/>
      </a:lt2>
      <a:accent1>
        <a:srgbClr val="9FE2D8"/>
      </a:accent1>
      <a:accent2>
        <a:srgbClr val="37B3A2"/>
      </a:accent2>
      <a:accent3>
        <a:srgbClr val="44546A"/>
      </a:accent3>
      <a:accent4>
        <a:srgbClr val="EE9F2D"/>
      </a:accent4>
      <a:accent5>
        <a:srgbClr val="F7C85E"/>
      </a:accent5>
      <a:accent6>
        <a:srgbClr val="F9E661"/>
      </a:accent6>
      <a:hlink>
        <a:srgbClr val="37B3A2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descreen Template.pptx" id="{9EF7D4AF-5A0D-431E-9852-EC476FBB5876}" vid="{06595F42-240E-4C48-ABF2-C84974C43460}"/>
    </a:ext>
  </a:extLst>
</a:theme>
</file>

<file path=ppt/theme/theme7.xml><?xml version="1.0" encoding="utf-8"?>
<a:theme xmlns:a="http://schemas.openxmlformats.org/drawingml/2006/main" name="1_Case Study">
  <a:themeElements>
    <a:clrScheme name="Custom 50">
      <a:dk1>
        <a:srgbClr val="44546A"/>
      </a:dk1>
      <a:lt1>
        <a:sysClr val="window" lastClr="FFFFFF"/>
      </a:lt1>
      <a:dk2>
        <a:srgbClr val="7C95A5"/>
      </a:dk2>
      <a:lt2>
        <a:srgbClr val="FFFFFF"/>
      </a:lt2>
      <a:accent1>
        <a:srgbClr val="44546A"/>
      </a:accent1>
      <a:accent2>
        <a:srgbClr val="75D5C7"/>
      </a:accent2>
      <a:accent3>
        <a:srgbClr val="37B3A2"/>
      </a:accent3>
      <a:accent4>
        <a:srgbClr val="44546A"/>
      </a:accent4>
      <a:accent5>
        <a:srgbClr val="EE9F2D"/>
      </a:accent5>
      <a:accent6>
        <a:srgbClr val="F6C350"/>
      </a:accent6>
      <a:hlink>
        <a:srgbClr val="37B3A2"/>
      </a:hlink>
      <a:folHlink>
        <a:srgbClr val="E779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idescreen Template.pptx" id="{9EF7D4AF-5A0D-431E-9852-EC476FBB5876}" vid="{06958EC7-2FB8-47BC-864F-71E8602FC100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a340ed-2075-4a8e-ad0c-47f56f22c9bb" xsi:nil="true"/>
    <lcf76f155ced4ddcb4097134ff3c332f xmlns="a9bfe744-25fc-4eb7-992a-9497b1e5aa8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5EBFD4D5EEC844B66C3A0387734927" ma:contentTypeVersion="18" ma:contentTypeDescription="Create a new document." ma:contentTypeScope="" ma:versionID="30ee85333dd798d83a4360d839a73020">
  <xsd:schema xmlns:xsd="http://www.w3.org/2001/XMLSchema" xmlns:xs="http://www.w3.org/2001/XMLSchema" xmlns:p="http://schemas.microsoft.com/office/2006/metadata/properties" xmlns:ns2="a9bfe744-25fc-4eb7-992a-9497b1e5aa87" xmlns:ns3="49a340ed-2075-4a8e-ad0c-47f56f22c9bb" targetNamespace="http://schemas.microsoft.com/office/2006/metadata/properties" ma:root="true" ma:fieldsID="38301683759f31a9cf157a90a4e84702" ns2:_="" ns3:_="">
    <xsd:import namespace="a9bfe744-25fc-4eb7-992a-9497b1e5aa87"/>
    <xsd:import namespace="49a340ed-2075-4a8e-ad0c-47f56f22c9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fe744-25fc-4eb7-992a-9497b1e5a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54dbc7-82e2-4fbd-a2bf-74e558484f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a340ed-2075-4a8e-ad0c-47f56f22c9b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0ff0e29-93c9-4b5a-9889-fbb98f4593b8}" ma:internalName="TaxCatchAll" ma:showField="CatchAllData" ma:web="49a340ed-2075-4a8e-ad0c-47f56f22c9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D580A1-0337-421E-A68D-9AEC6C6DB913}">
  <ds:schemaRefs>
    <ds:schemaRef ds:uri="http://schemas.microsoft.com/office/2006/documentManagement/types"/>
    <ds:schemaRef ds:uri="a9bfe744-25fc-4eb7-992a-9497b1e5aa87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9a340ed-2075-4a8e-ad0c-47f56f22c9b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FFA5205-6258-4762-98D9-8DAFD5974010}">
  <ds:schemaRefs>
    <ds:schemaRef ds:uri="49a340ed-2075-4a8e-ad0c-47f56f22c9bb"/>
    <ds:schemaRef ds:uri="a9bfe744-25fc-4eb7-992a-9497b1e5aa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7CDBEA0-9AC9-4D91-93D6-3374F0D1B3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1764</TotalTime>
  <Words>781</Words>
  <Application>Microsoft Office PowerPoint</Application>
  <PresentationFormat>Panorámica</PresentationFormat>
  <Paragraphs>85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7</vt:i4>
      </vt:variant>
      <vt:variant>
        <vt:lpstr>Títulos de diapositiva</vt:lpstr>
      </vt:variant>
      <vt:variant>
        <vt:i4>26</vt:i4>
      </vt:variant>
    </vt:vector>
  </HeadingPairs>
  <TitlesOfParts>
    <vt:vector size="40" baseType="lpstr">
      <vt:lpstr>Arial</vt:lpstr>
      <vt:lpstr>Arial Narrow</vt:lpstr>
      <vt:lpstr>Calibri</vt:lpstr>
      <vt:lpstr>Cambria Math</vt:lpstr>
      <vt:lpstr>Georgia</vt:lpstr>
      <vt:lpstr>Segoe UI</vt:lpstr>
      <vt:lpstr>Wingdings</vt:lpstr>
      <vt:lpstr>Title Slide</vt:lpstr>
      <vt:lpstr>Slide Layouts</vt:lpstr>
      <vt:lpstr>Case Stories Slide</vt:lpstr>
      <vt:lpstr>Two Case Stories Slide</vt:lpstr>
      <vt:lpstr>Bio Slide</vt:lpstr>
      <vt:lpstr>Breaker Slide</vt:lpstr>
      <vt:lpstr>1_Case Study</vt:lpstr>
      <vt:lpstr>Presentación de PowerPoint</vt:lpstr>
      <vt:lpstr>Presentación de PowerPoint</vt:lpstr>
      <vt:lpstr>Agenda</vt:lpstr>
      <vt:lpstr>Presentación de PowerPoint</vt:lpstr>
      <vt:lpstr>What is clustering? </vt:lpstr>
      <vt:lpstr>Presentación de PowerPoint</vt:lpstr>
      <vt:lpstr>Why do we need alternatives to classical clustering methods? </vt:lpstr>
      <vt:lpstr>Why do we need alternatives to classical clustering methods? </vt:lpstr>
      <vt:lpstr>Presentación de PowerPoint</vt:lpstr>
      <vt:lpstr>Graph theory / Computer science approach to clustering  </vt:lpstr>
      <vt:lpstr>Graph theory / Computer science approach to clustering  </vt:lpstr>
      <vt:lpstr>Presentación de PowerPoint</vt:lpstr>
      <vt:lpstr>Basic Graph theory concepts</vt:lpstr>
      <vt:lpstr>Basic Graph theory concepts</vt:lpstr>
      <vt:lpstr>Basic Graph theory concepts</vt:lpstr>
      <vt:lpstr>Presentación de PowerPoint</vt:lpstr>
      <vt:lpstr>Eigenvector and eigenvalues of a Laplacian</vt:lpstr>
      <vt:lpstr>Graph Example</vt:lpstr>
      <vt:lpstr>Presentación de PowerPoint</vt:lpstr>
      <vt:lpstr>Spectral clustering algorithm</vt:lpstr>
      <vt:lpstr>Presentación de PowerPoint</vt:lpstr>
      <vt:lpstr>Presentación de PowerPoint</vt:lpstr>
      <vt:lpstr>How to register my IC Points?</vt:lpstr>
      <vt:lpstr>Presentación de PowerPoint</vt:lpstr>
      <vt:lpstr>United Efforts, Singular Vision: Your Success!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Crystian Carranco</dc:creator>
  <cp:lastModifiedBy>Isaac Gutierrez Ruiz</cp:lastModifiedBy>
  <cp:revision>79</cp:revision>
  <cp:lastPrinted>2021-01-06T21:20:25Z</cp:lastPrinted>
  <dcterms:created xsi:type="dcterms:W3CDTF">2023-08-31T19:55:23Z</dcterms:created>
  <dcterms:modified xsi:type="dcterms:W3CDTF">2025-02-12T04:07:42Z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0x010100505EBFD4D5EEC844B66C3A0387734927</vt:lpwstr>
  </property>
  <property fmtid="{D5CDD505-2E9C-101B-9397-08002B2CF9AE}" pid="3" name="MediaServiceImageTags">
    <vt:lpwstr/>
  </property>
</Properties>
</file>